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custShowLst>
    <p:custShow name="KHTN" id="1">
      <p:sldLst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20"/>
      </p:sldLst>
    </p:custShow>
    <p:custShow name="CNTT" id="2">
      <p:sldLst>
        <p:sld r:id="rId7"/>
        <p:sld r:id="rId8"/>
        <p:sld r:id="rId9"/>
        <p:sld r:id="rId10"/>
        <p:sld r:id="rId11"/>
        <p:sld r:id="rId16"/>
        <p:sld r:id="rId17"/>
        <p:sld r:id="rId18"/>
        <p:sld r:id="rId19"/>
        <p:sld r:id="rId20"/>
      </p:sldLst>
    </p:custShow>
  </p:custShow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://www.cit.ctu.edu.vn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00000" y="2450000"/>
            <a:ext cx="4300000" cy="7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