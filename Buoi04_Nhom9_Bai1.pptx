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slide" Target="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550000" y="2450000"/>
            <a:ext cx="5200000" cy="6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550000" y="3750000"/>
            <a:ext cx="6000000" cy="700000"/>
          </a:xfrm>
          <a:solidFill>
            <a:srgbClr val="FFFFFF">
              <a:alpha val="0"/>
            </a:srgbClr>
          </a:soli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5000000" y="5200000"/>
            <a:ext cx="2400000" cy="1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5000000" y="5200000"/>
            <a:ext cx="2400000" cy="1200000"/>
          </a:xfrm>
          <a:solidFill>
            <a:srgbClr val="FFFFFF">
              <a:alpha val="0"/>
            </a:srgbClr>
          </a:soli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