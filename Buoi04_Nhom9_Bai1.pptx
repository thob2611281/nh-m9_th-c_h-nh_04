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3"/>
          </p:cNvPr>
          <p:cNvSpPr/>
          <p:nvPr/>
        </p:nvSpPr>
        <p:spPr>
          <a:xfrm>
            <a:off x="3840480" y="1828800"/>
            <a:ext cx="29260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3"/>
          </p:cNvPr>
          <p:cNvSpPr/>
          <p:nvPr/>
        </p:nvSpPr>
        <p:spPr>
          <a:xfrm>
            <a:off x="3566160" y="3200400"/>
            <a:ext cx="39319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3"/>
          </p:cNvPr>
          <p:cNvSpPr/>
          <p:nvPr/>
        </p:nvSpPr>
        <p:spPr>
          <a:xfrm>
            <a:off x="5394960" y="5394960"/>
            <a:ext cx="118872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action="ppaction://hlinksldjump" r:id="rId3"/>
          </p:cNvPr>
          <p:cNvSpPr/>
          <p:nvPr/>
        </p:nvSpPr>
        <p:spPr>
          <a:xfrm>
            <a:off x="5394960" y="5394960"/>
            <a:ext cx="118872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