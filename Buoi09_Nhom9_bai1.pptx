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hông có Kiểu, Không có Lưới">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6" d="100"/>
          <a:sy n="106" d="100"/>
        </p:scale>
        <p:origin x="61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4A30F7-F623-4A73-8B1F-DC3D98A13FC8}" type="datetimeFigureOut">
              <a:rPr lang="en-US" smtClean="0"/>
              <a:t>09/10/2026</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0113CC-C72B-4CBB-9BAE-818ECEA54F51}" type="slidenum">
              <a:rPr lang="en-US" smtClean="0"/>
              <a:t>‹#›</a:t>
            </a:fld>
            <a:endParaRPr lang="en-US"/>
          </a:p>
        </p:txBody>
      </p:sp>
    </p:spTree>
    <p:extLst>
      <p:ext uri="{BB962C8B-B14F-4D97-AF65-F5344CB8AC3E}">
        <p14:creationId xmlns:p14="http://schemas.microsoft.com/office/powerpoint/2010/main" val="450341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890113CC-C72B-4CBB-9BAE-818ECEA54F51}" type="slidenum">
              <a:rPr lang="en-US" smtClean="0"/>
              <a:t>8</a:t>
            </a:fld>
            <a:endParaRPr lang="en-US"/>
          </a:p>
        </p:txBody>
      </p:sp>
    </p:spTree>
    <p:extLst>
      <p:ext uri="{BB962C8B-B14F-4D97-AF65-F5344CB8AC3E}">
        <p14:creationId xmlns:p14="http://schemas.microsoft.com/office/powerpoint/2010/main" val="2086587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182C6F35-EE76-3C00-8E3E-87F361572162}"/>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endParaRPr lang="en-US"/>
          </a:p>
        </p:txBody>
      </p:sp>
      <p:sp>
        <p:nvSpPr>
          <p:cNvPr id="3" name="Tiêu đề phụ 2">
            <a:extLst>
              <a:ext uri="{FF2B5EF4-FFF2-40B4-BE49-F238E27FC236}">
                <a16:creationId xmlns:a16="http://schemas.microsoft.com/office/drawing/2014/main" xmlns="" id="{F8107C14-5CDC-6E2F-0F76-C5DCDB4742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endParaRPr lang="en-US"/>
          </a:p>
        </p:txBody>
      </p:sp>
      <p:sp>
        <p:nvSpPr>
          <p:cNvPr id="4" name="Chỗ dành sẵn cho Ngày tháng 3">
            <a:extLst>
              <a:ext uri="{FF2B5EF4-FFF2-40B4-BE49-F238E27FC236}">
                <a16:creationId xmlns:a16="http://schemas.microsoft.com/office/drawing/2014/main" xmlns="" id="{F564ED3B-773D-2434-CC05-268EF421EC52}"/>
              </a:ext>
            </a:extLst>
          </p:cNvPr>
          <p:cNvSpPr>
            <a:spLocks noGrp="1"/>
          </p:cNvSpPr>
          <p:nvPr>
            <p:ph type="dt" sz="half" idx="10"/>
          </p:nvPr>
        </p:nvSpPr>
        <p:spPr/>
        <p:txBody>
          <a:bodyPr/>
          <a:lstStyle/>
          <a:p>
            <a:fld id="{9FF4A046-0605-4438-ADB3-B3A4CF1281EB}" type="datetime1">
              <a:rPr lang="en-US" smtClean="0"/>
              <a:t>09/10/2026</a:t>
            </a:fld>
            <a:endParaRPr lang="en-US"/>
          </a:p>
        </p:txBody>
      </p:sp>
      <p:sp>
        <p:nvSpPr>
          <p:cNvPr id="5" name="Chỗ dành sẵn cho Chân trang 4">
            <a:extLst>
              <a:ext uri="{FF2B5EF4-FFF2-40B4-BE49-F238E27FC236}">
                <a16:creationId xmlns:a16="http://schemas.microsoft.com/office/drawing/2014/main" xmlns="" id="{5BA48A6A-40CD-2707-8B9B-C3C56B7972C8}"/>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xmlns="" id="{5ABADDBF-D427-EF17-B04A-CB45EF03D666}"/>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3886150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4144BBD6-365F-DB0B-1197-F1BB3B7AAFC1}"/>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xmlns="" id="{6BB27CC8-BE6C-AB75-988D-C86E5B7701F9}"/>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xmlns="" id="{20A16803-C68F-2EED-435D-D373F9D13B16}"/>
              </a:ext>
            </a:extLst>
          </p:cNvPr>
          <p:cNvSpPr>
            <a:spLocks noGrp="1"/>
          </p:cNvSpPr>
          <p:nvPr>
            <p:ph type="dt" sz="half" idx="10"/>
          </p:nvPr>
        </p:nvSpPr>
        <p:spPr/>
        <p:txBody>
          <a:bodyPr/>
          <a:lstStyle/>
          <a:p>
            <a:fld id="{F5DA7AA1-11A8-4468-85CD-8A3107AF3C7F}" type="datetime1">
              <a:rPr lang="en-US" smtClean="0"/>
              <a:t>09/10/2026</a:t>
            </a:fld>
            <a:endParaRPr lang="en-US"/>
          </a:p>
        </p:txBody>
      </p:sp>
      <p:sp>
        <p:nvSpPr>
          <p:cNvPr id="5" name="Chỗ dành sẵn cho Chân trang 4">
            <a:extLst>
              <a:ext uri="{FF2B5EF4-FFF2-40B4-BE49-F238E27FC236}">
                <a16:creationId xmlns:a16="http://schemas.microsoft.com/office/drawing/2014/main" xmlns="" id="{15EFEFEB-F8EC-673F-3C78-DBD13404F64C}"/>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xmlns="" id="{E5B7760B-044D-B97F-BA14-9BAE7FB8EA83}"/>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2808247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AB836965-3734-D606-E8C4-8C2A4B1A4523}"/>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xmlns="" id="{801C82F5-F28F-5C83-04B7-9E421297493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xmlns="" id="{BD8567A6-D071-51AE-A192-F7BCECE1F625}"/>
              </a:ext>
            </a:extLst>
          </p:cNvPr>
          <p:cNvSpPr>
            <a:spLocks noGrp="1"/>
          </p:cNvSpPr>
          <p:nvPr>
            <p:ph type="dt" sz="half" idx="10"/>
          </p:nvPr>
        </p:nvSpPr>
        <p:spPr/>
        <p:txBody>
          <a:bodyPr/>
          <a:lstStyle/>
          <a:p>
            <a:fld id="{C87BA5B1-F1DF-467B-9D17-DC0779E3EF47}" type="datetime1">
              <a:rPr lang="en-US" smtClean="0"/>
              <a:t>09/10/2026</a:t>
            </a:fld>
            <a:endParaRPr lang="en-US"/>
          </a:p>
        </p:txBody>
      </p:sp>
      <p:sp>
        <p:nvSpPr>
          <p:cNvPr id="5" name="Chỗ dành sẵn cho Chân trang 4">
            <a:extLst>
              <a:ext uri="{FF2B5EF4-FFF2-40B4-BE49-F238E27FC236}">
                <a16:creationId xmlns:a16="http://schemas.microsoft.com/office/drawing/2014/main" xmlns="" id="{A6213D2A-5C55-A81D-DF99-286C28EEFBC5}"/>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xmlns="" id="{9CE3C461-F7C4-7660-9ABE-E02AA54C80E9}"/>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1796853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36BC08BD-02FD-2AB7-C979-D22F0A8908A3}"/>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xmlns="" id="{DD197816-3056-2E4D-19AA-CCCBB9DBF321}"/>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ội dung 3">
            <a:extLst>
              <a:ext uri="{FF2B5EF4-FFF2-40B4-BE49-F238E27FC236}">
                <a16:creationId xmlns:a16="http://schemas.microsoft.com/office/drawing/2014/main" xmlns="" id="{27505CF4-F5FB-0D3D-B802-D0DA57FCF253}"/>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Ngày tháng 4">
            <a:extLst>
              <a:ext uri="{FF2B5EF4-FFF2-40B4-BE49-F238E27FC236}">
                <a16:creationId xmlns:a16="http://schemas.microsoft.com/office/drawing/2014/main" xmlns="" id="{BF14CCDB-BB7E-E552-AB79-5B3C92744BA1}"/>
              </a:ext>
            </a:extLst>
          </p:cNvPr>
          <p:cNvSpPr>
            <a:spLocks noGrp="1"/>
          </p:cNvSpPr>
          <p:nvPr>
            <p:ph type="dt" sz="half" idx="10"/>
          </p:nvPr>
        </p:nvSpPr>
        <p:spPr/>
        <p:txBody>
          <a:bodyPr/>
          <a:lstStyle/>
          <a:p>
            <a:fld id="{C9AA9C1C-B016-4273-904D-9C19E6B693ED}" type="datetime1">
              <a:rPr lang="en-US" smtClean="0"/>
              <a:t>09/10/2026</a:t>
            </a:fld>
            <a:endParaRPr lang="en-US"/>
          </a:p>
        </p:txBody>
      </p:sp>
      <p:sp>
        <p:nvSpPr>
          <p:cNvPr id="6" name="Chỗ dành sẵn cho Chân trang 5">
            <a:extLst>
              <a:ext uri="{FF2B5EF4-FFF2-40B4-BE49-F238E27FC236}">
                <a16:creationId xmlns:a16="http://schemas.microsoft.com/office/drawing/2014/main" xmlns="" id="{331F9F05-E9D4-A7E5-E4D4-FB1E742586B7}"/>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xmlns="" id="{3097167A-255D-A351-042E-059F7B24B4E0}"/>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1059212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4A32C9BB-F694-758A-644F-D42040F5F600}"/>
              </a:ext>
            </a:extLst>
          </p:cNvPr>
          <p:cNvSpPr>
            <a:spLocks noGrp="1"/>
          </p:cNvSpPr>
          <p:nvPr>
            <p:ph type="title"/>
          </p:nvPr>
        </p:nvSpPr>
        <p:spPr>
          <a:xfrm>
            <a:off x="839788" y="365125"/>
            <a:ext cx="10515600" cy="1325563"/>
          </a:xfrm>
        </p:spPr>
        <p:txBody>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xmlns="" id="{4E3F108F-6B00-EC35-3D2F-18AAACF23F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xmlns="" id="{6EF1A00A-D241-AD6D-A261-ABACAC6D413F}"/>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Văn bản 4">
            <a:extLst>
              <a:ext uri="{FF2B5EF4-FFF2-40B4-BE49-F238E27FC236}">
                <a16:creationId xmlns:a16="http://schemas.microsoft.com/office/drawing/2014/main" xmlns="" id="{CC9ED64A-6D5D-22AB-E37A-CD970DB659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xmlns="" id="{E65DC27E-DC6F-4E8E-DDF4-774C58386429}"/>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7" name="Chỗ dành sẵn cho Ngày tháng 6">
            <a:extLst>
              <a:ext uri="{FF2B5EF4-FFF2-40B4-BE49-F238E27FC236}">
                <a16:creationId xmlns:a16="http://schemas.microsoft.com/office/drawing/2014/main" xmlns="" id="{7499B0B6-48F0-0BED-8268-86683599B312}"/>
              </a:ext>
            </a:extLst>
          </p:cNvPr>
          <p:cNvSpPr>
            <a:spLocks noGrp="1"/>
          </p:cNvSpPr>
          <p:nvPr>
            <p:ph type="dt" sz="half" idx="10"/>
          </p:nvPr>
        </p:nvSpPr>
        <p:spPr/>
        <p:txBody>
          <a:bodyPr/>
          <a:lstStyle/>
          <a:p>
            <a:fld id="{A556C0DB-22DE-4BD4-B93B-43D13A00D2C0}" type="datetime1">
              <a:rPr lang="en-US" smtClean="0"/>
              <a:t>09/10/2026</a:t>
            </a:fld>
            <a:endParaRPr lang="en-US"/>
          </a:p>
        </p:txBody>
      </p:sp>
      <p:sp>
        <p:nvSpPr>
          <p:cNvPr id="8" name="Chỗ dành sẵn cho Chân trang 7">
            <a:extLst>
              <a:ext uri="{FF2B5EF4-FFF2-40B4-BE49-F238E27FC236}">
                <a16:creationId xmlns:a16="http://schemas.microsoft.com/office/drawing/2014/main" xmlns="" id="{5A11DBD7-59F9-2C55-5521-09E747E0F917}"/>
              </a:ext>
            </a:extLst>
          </p:cNvPr>
          <p:cNvSpPr>
            <a:spLocks noGrp="1"/>
          </p:cNvSpPr>
          <p:nvPr>
            <p:ph type="ftr" sz="quarter" idx="11"/>
          </p:nvPr>
        </p:nvSpPr>
        <p:spPr/>
        <p:txBody>
          <a:bodyPr/>
          <a:lstStyle/>
          <a:p>
            <a:endParaRPr lang="en-US"/>
          </a:p>
        </p:txBody>
      </p:sp>
      <p:sp>
        <p:nvSpPr>
          <p:cNvPr id="9" name="Chỗ dành sẵn cho Số hiệu Bản chiếu 8">
            <a:extLst>
              <a:ext uri="{FF2B5EF4-FFF2-40B4-BE49-F238E27FC236}">
                <a16:creationId xmlns:a16="http://schemas.microsoft.com/office/drawing/2014/main" xmlns="" id="{6B88BAF6-3714-6AC4-DD8B-A3DC61174687}"/>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2761973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3E17DC94-4102-316F-880B-AB6FACD588C7}"/>
              </a:ext>
            </a:extLst>
          </p:cNvPr>
          <p:cNvSpPr>
            <a:spLocks noGrp="1"/>
          </p:cNvSpPr>
          <p:nvPr>
            <p:ph type="title"/>
          </p:nvPr>
        </p:nvSpPr>
        <p:spPr/>
        <p:txBody>
          <a:bodyPr/>
          <a:lstStyle/>
          <a:p>
            <a:r>
              <a:rPr lang="vi-VN"/>
              <a:t>Bấm để sửa kiểu tiêu đề Bản cái</a:t>
            </a:r>
            <a:endParaRPr lang="en-US"/>
          </a:p>
        </p:txBody>
      </p:sp>
      <p:sp>
        <p:nvSpPr>
          <p:cNvPr id="3" name="Chỗ dành sẵn cho Ngày tháng 2">
            <a:extLst>
              <a:ext uri="{FF2B5EF4-FFF2-40B4-BE49-F238E27FC236}">
                <a16:creationId xmlns:a16="http://schemas.microsoft.com/office/drawing/2014/main" xmlns="" id="{E4CDAB1B-441F-09B6-FE32-E219869413EA}"/>
              </a:ext>
            </a:extLst>
          </p:cNvPr>
          <p:cNvSpPr>
            <a:spLocks noGrp="1"/>
          </p:cNvSpPr>
          <p:nvPr>
            <p:ph type="dt" sz="half" idx="10"/>
          </p:nvPr>
        </p:nvSpPr>
        <p:spPr/>
        <p:txBody>
          <a:bodyPr/>
          <a:lstStyle/>
          <a:p>
            <a:fld id="{9EC9DFCE-53E6-4F10-B08C-9261D4A86A69}" type="datetime1">
              <a:rPr lang="en-US" smtClean="0"/>
              <a:t>09/10/2026</a:t>
            </a:fld>
            <a:endParaRPr lang="en-US"/>
          </a:p>
        </p:txBody>
      </p:sp>
      <p:sp>
        <p:nvSpPr>
          <p:cNvPr id="4" name="Chỗ dành sẵn cho Chân trang 3">
            <a:extLst>
              <a:ext uri="{FF2B5EF4-FFF2-40B4-BE49-F238E27FC236}">
                <a16:creationId xmlns:a16="http://schemas.microsoft.com/office/drawing/2014/main" xmlns="" id="{FC9639FD-E326-16D5-CB1F-9F1748D74553}"/>
              </a:ext>
            </a:extLst>
          </p:cNvPr>
          <p:cNvSpPr>
            <a:spLocks noGrp="1"/>
          </p:cNvSpPr>
          <p:nvPr>
            <p:ph type="ftr" sz="quarter" idx="11"/>
          </p:nvPr>
        </p:nvSpPr>
        <p:spPr/>
        <p:txBody>
          <a:bodyPr/>
          <a:lstStyle/>
          <a:p>
            <a:endParaRPr lang="en-US"/>
          </a:p>
        </p:txBody>
      </p:sp>
      <p:sp>
        <p:nvSpPr>
          <p:cNvPr id="5" name="Chỗ dành sẵn cho Số hiệu Bản chiếu 4">
            <a:extLst>
              <a:ext uri="{FF2B5EF4-FFF2-40B4-BE49-F238E27FC236}">
                <a16:creationId xmlns:a16="http://schemas.microsoft.com/office/drawing/2014/main" xmlns="" id="{C582DF80-16B2-481C-BB3C-B1A14EFD15BE}"/>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1618189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xmlns="" id="{A5162E2C-F086-A449-BA60-2F60A66EFF06}"/>
              </a:ext>
            </a:extLst>
          </p:cNvPr>
          <p:cNvSpPr>
            <a:spLocks noGrp="1"/>
          </p:cNvSpPr>
          <p:nvPr>
            <p:ph type="dt" sz="half" idx="10"/>
          </p:nvPr>
        </p:nvSpPr>
        <p:spPr/>
        <p:txBody>
          <a:bodyPr/>
          <a:lstStyle/>
          <a:p>
            <a:fld id="{CCBE76A0-87B4-462A-A392-5D28846CF53C}" type="datetime1">
              <a:rPr lang="en-US" smtClean="0"/>
              <a:t>09/10/2026</a:t>
            </a:fld>
            <a:endParaRPr lang="en-US"/>
          </a:p>
        </p:txBody>
      </p:sp>
      <p:sp>
        <p:nvSpPr>
          <p:cNvPr id="3" name="Chỗ dành sẵn cho Chân trang 2">
            <a:extLst>
              <a:ext uri="{FF2B5EF4-FFF2-40B4-BE49-F238E27FC236}">
                <a16:creationId xmlns:a16="http://schemas.microsoft.com/office/drawing/2014/main" xmlns="" id="{E2EAF08F-8C74-9607-F80B-5833E916F7BE}"/>
              </a:ext>
            </a:extLst>
          </p:cNvPr>
          <p:cNvSpPr>
            <a:spLocks noGrp="1"/>
          </p:cNvSpPr>
          <p:nvPr>
            <p:ph type="ftr" sz="quarter" idx="11"/>
          </p:nvPr>
        </p:nvSpPr>
        <p:spPr/>
        <p:txBody>
          <a:bodyPr/>
          <a:lstStyle/>
          <a:p>
            <a:endParaRPr lang="en-US"/>
          </a:p>
        </p:txBody>
      </p:sp>
      <p:sp>
        <p:nvSpPr>
          <p:cNvPr id="4" name="Chỗ dành sẵn cho Số hiệu Bản chiếu 3">
            <a:extLst>
              <a:ext uri="{FF2B5EF4-FFF2-40B4-BE49-F238E27FC236}">
                <a16:creationId xmlns:a16="http://schemas.microsoft.com/office/drawing/2014/main" xmlns="" id="{DB07BE1E-77E5-990E-E40B-8C44C83B7760}"/>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1079237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FCE97CEA-AA86-97AF-8085-8881ADC3E0D4}"/>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xmlns="" id="{E15DCCD0-36F1-FAC1-D295-0B22CE20C2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Văn bản 3">
            <a:extLst>
              <a:ext uri="{FF2B5EF4-FFF2-40B4-BE49-F238E27FC236}">
                <a16:creationId xmlns:a16="http://schemas.microsoft.com/office/drawing/2014/main" xmlns="" id="{2AE89894-F87E-8A52-F4D3-88F11647EF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xmlns="" id="{42C281F7-0D7F-AB0D-01F6-04FA0E265B47}"/>
              </a:ext>
            </a:extLst>
          </p:cNvPr>
          <p:cNvSpPr>
            <a:spLocks noGrp="1"/>
          </p:cNvSpPr>
          <p:nvPr>
            <p:ph type="dt" sz="half" idx="10"/>
          </p:nvPr>
        </p:nvSpPr>
        <p:spPr/>
        <p:txBody>
          <a:bodyPr/>
          <a:lstStyle/>
          <a:p>
            <a:fld id="{1449C59A-03A4-4DF2-A956-063C9AAFDE3A}" type="datetime1">
              <a:rPr lang="en-US" smtClean="0"/>
              <a:t>09/10/2026</a:t>
            </a:fld>
            <a:endParaRPr lang="en-US"/>
          </a:p>
        </p:txBody>
      </p:sp>
      <p:sp>
        <p:nvSpPr>
          <p:cNvPr id="6" name="Chỗ dành sẵn cho Chân trang 5">
            <a:extLst>
              <a:ext uri="{FF2B5EF4-FFF2-40B4-BE49-F238E27FC236}">
                <a16:creationId xmlns:a16="http://schemas.microsoft.com/office/drawing/2014/main" xmlns="" id="{FE3FEECA-E495-5343-1C9F-24DA5F762363}"/>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xmlns="" id="{8EB5EE30-54AE-9A22-77C7-05B8241CE68C}"/>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3762194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56620B4A-6B70-6A8E-933E-0878DD29DAE8}"/>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Hình ảnh 2">
            <a:extLst>
              <a:ext uri="{FF2B5EF4-FFF2-40B4-BE49-F238E27FC236}">
                <a16:creationId xmlns:a16="http://schemas.microsoft.com/office/drawing/2014/main" xmlns="" id="{84F4CD5F-7718-66E1-1FDE-DD018F3E1FE6}"/>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Chỗ dành sẵn cho Văn bản 3">
            <a:extLst>
              <a:ext uri="{FF2B5EF4-FFF2-40B4-BE49-F238E27FC236}">
                <a16:creationId xmlns:a16="http://schemas.microsoft.com/office/drawing/2014/main" xmlns="" id="{46CACC85-D778-3099-D96E-57B9BED415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xmlns="" id="{AEC6AE63-3463-2EAB-E5B8-0E1E04DBA8DA}"/>
              </a:ext>
            </a:extLst>
          </p:cNvPr>
          <p:cNvSpPr>
            <a:spLocks noGrp="1"/>
          </p:cNvSpPr>
          <p:nvPr>
            <p:ph type="dt" sz="half" idx="10"/>
          </p:nvPr>
        </p:nvSpPr>
        <p:spPr/>
        <p:txBody>
          <a:bodyPr/>
          <a:lstStyle/>
          <a:p>
            <a:fld id="{2F8CA5ED-2BFB-41D9-922E-FB20D6A9E523}" type="datetime1">
              <a:rPr lang="en-US" smtClean="0"/>
              <a:t>09/10/2026</a:t>
            </a:fld>
            <a:endParaRPr lang="en-US"/>
          </a:p>
        </p:txBody>
      </p:sp>
      <p:sp>
        <p:nvSpPr>
          <p:cNvPr id="6" name="Chỗ dành sẵn cho Chân trang 5">
            <a:extLst>
              <a:ext uri="{FF2B5EF4-FFF2-40B4-BE49-F238E27FC236}">
                <a16:creationId xmlns:a16="http://schemas.microsoft.com/office/drawing/2014/main" xmlns="" id="{546A987B-1C4D-6ECA-3166-F9E54F36C878}"/>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xmlns="" id="{4EF143C0-7AD7-6FB9-BEC1-B17C46290F54}"/>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3159412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696A10F8-6392-6763-70AF-770E7C4EE7F5}"/>
              </a:ext>
            </a:extLst>
          </p:cNvPr>
          <p:cNvSpPr>
            <a:spLocks noGrp="1"/>
          </p:cNvSpPr>
          <p:nvPr>
            <p:ph type="title"/>
          </p:nvPr>
        </p:nvSpPr>
        <p:spPr/>
        <p:txBody>
          <a:bodyPr/>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xmlns="" id="{E3C68F8C-C452-241A-FB85-CC2E5D605B85}"/>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xmlns="" id="{7DCEAE4B-ADB1-8C51-07FD-068CDE2981BE}"/>
              </a:ext>
            </a:extLst>
          </p:cNvPr>
          <p:cNvSpPr>
            <a:spLocks noGrp="1"/>
          </p:cNvSpPr>
          <p:nvPr>
            <p:ph type="dt" sz="half" idx="10"/>
          </p:nvPr>
        </p:nvSpPr>
        <p:spPr/>
        <p:txBody>
          <a:bodyPr/>
          <a:lstStyle/>
          <a:p>
            <a:fld id="{37ADFE2D-CAD8-4E76-A348-1FE55EED27B4}" type="datetime1">
              <a:rPr lang="en-US" smtClean="0"/>
              <a:t>09/10/2026</a:t>
            </a:fld>
            <a:endParaRPr lang="en-US"/>
          </a:p>
        </p:txBody>
      </p:sp>
      <p:sp>
        <p:nvSpPr>
          <p:cNvPr id="5" name="Chỗ dành sẵn cho Chân trang 4">
            <a:extLst>
              <a:ext uri="{FF2B5EF4-FFF2-40B4-BE49-F238E27FC236}">
                <a16:creationId xmlns:a16="http://schemas.microsoft.com/office/drawing/2014/main" xmlns="" id="{1194CE2B-44DC-7ACF-C2CF-14CD50425B90}"/>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xmlns="" id="{E0F9755A-4B05-9FC4-7140-47BF802E3778}"/>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839728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xmlns="" id="{A9773EBB-3673-75E6-FAD9-D414FEF6D9DA}"/>
              </a:ext>
            </a:extLst>
          </p:cNvPr>
          <p:cNvSpPr>
            <a:spLocks noGrp="1"/>
          </p:cNvSpPr>
          <p:nvPr>
            <p:ph type="title" orient="vert"/>
          </p:nvPr>
        </p:nvSpPr>
        <p:spPr>
          <a:xfrm>
            <a:off x="8724900" y="365125"/>
            <a:ext cx="2628900" cy="5811838"/>
          </a:xfrm>
        </p:spPr>
        <p:txBody>
          <a:bodyPr vert="eaVert"/>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xmlns="" id="{1FEC9C7D-07B4-F103-6189-F91694A1CB98}"/>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xmlns="" id="{C9D8E51A-5C70-EBAF-71BC-1B90FBA114BD}"/>
              </a:ext>
            </a:extLst>
          </p:cNvPr>
          <p:cNvSpPr>
            <a:spLocks noGrp="1"/>
          </p:cNvSpPr>
          <p:nvPr>
            <p:ph type="dt" sz="half" idx="10"/>
          </p:nvPr>
        </p:nvSpPr>
        <p:spPr/>
        <p:txBody>
          <a:bodyPr/>
          <a:lstStyle/>
          <a:p>
            <a:fld id="{42584A68-4EC4-418E-A1BB-73B34CB9374F}" type="datetime1">
              <a:rPr lang="en-US" smtClean="0"/>
              <a:t>09/10/2026</a:t>
            </a:fld>
            <a:endParaRPr lang="en-US"/>
          </a:p>
        </p:txBody>
      </p:sp>
      <p:sp>
        <p:nvSpPr>
          <p:cNvPr id="5" name="Chỗ dành sẵn cho Chân trang 4">
            <a:extLst>
              <a:ext uri="{FF2B5EF4-FFF2-40B4-BE49-F238E27FC236}">
                <a16:creationId xmlns:a16="http://schemas.microsoft.com/office/drawing/2014/main" xmlns="" id="{2ACB2A29-FCB4-2FA3-F401-1F8B2FD4F18D}"/>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xmlns="" id="{3B39D798-BDB4-4885-0421-E3CE8D2B8AB3}"/>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1210633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7000" b="-17000"/>
          </a:stretch>
        </a:blipFill>
        <a:effectLst/>
      </p:bgPr>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xmlns="" id="{4FEC4A0C-AC7B-AA9B-3800-3A089FE05E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xmlns="" id="{E390B130-FC6F-AB69-3DCE-84D0408970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xmlns="" id="{250CA365-28CD-37F7-0E85-7BE69E84DB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D0C05D-D8B7-49EA-B530-AC2A07795A60}" type="datetime1">
              <a:rPr lang="en-US" smtClean="0"/>
              <a:t>09/10/2026</a:t>
            </a:fld>
            <a:endParaRPr lang="en-US"/>
          </a:p>
        </p:txBody>
      </p:sp>
      <p:sp>
        <p:nvSpPr>
          <p:cNvPr id="5" name="Chỗ dành sẵn cho Chân trang 4">
            <a:extLst>
              <a:ext uri="{FF2B5EF4-FFF2-40B4-BE49-F238E27FC236}">
                <a16:creationId xmlns:a16="http://schemas.microsoft.com/office/drawing/2014/main" xmlns="" id="{5061869F-C1F3-130B-F835-13185CAB5C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Chỗ dành sẵn cho Số hiệu Bản chiếu 5">
            <a:extLst>
              <a:ext uri="{FF2B5EF4-FFF2-40B4-BE49-F238E27FC236}">
                <a16:creationId xmlns:a16="http://schemas.microsoft.com/office/drawing/2014/main" xmlns="" id="{BD2EFCF0-1920-3EBB-6E9C-4622A12965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9FA115-7DBD-4F27-87D9-AD829DFA680D}" type="slidenum">
              <a:rPr lang="en-US" smtClean="0"/>
              <a:t>‹#›</a:t>
            </a:fld>
            <a:endParaRPr lang="en-US"/>
          </a:p>
        </p:txBody>
      </p:sp>
    </p:spTree>
    <p:extLst>
      <p:ext uri="{BB962C8B-B14F-4D97-AF65-F5344CB8AC3E}">
        <p14:creationId xmlns:p14="http://schemas.microsoft.com/office/powerpoint/2010/main" val="9524962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4" name="Hộp Văn bản 3">
            <a:extLst>
              <a:ext uri="{FF2B5EF4-FFF2-40B4-BE49-F238E27FC236}">
                <a16:creationId xmlns:a16="http://schemas.microsoft.com/office/drawing/2014/main" xmlns="" id="{BA840B92-06E7-7158-982B-1CD0BA07D3AD}"/>
              </a:ext>
            </a:extLst>
          </p:cNvPr>
          <p:cNvSpPr txBox="1"/>
          <p:nvPr/>
        </p:nvSpPr>
        <p:spPr>
          <a:xfrm>
            <a:off x="1680753" y="1505396"/>
            <a:ext cx="8830492" cy="1631216"/>
          </a:xfrm>
          <a:prstGeom prst="rect">
            <a:avLst/>
          </a:prstGeom>
          <a:noFill/>
        </p:spPr>
        <p:txBody>
          <a:bodyPr wrap="square" rtlCol="0">
            <a:spAutoFit/>
          </a:bodyPr>
          <a:lstStyle/>
          <a:p>
            <a:pPr algn="ctr"/>
            <a:r>
              <a:rPr lang="vi-VN" sz="5000" b="1" dirty="0">
                <a:solidFill>
                  <a:srgbClr val="996633"/>
                </a:solidFill>
                <a:latin typeface="+mj-lt"/>
              </a:rPr>
              <a:t>BỐ CỤC MỘT BÀI THUYẾT TRÌNH</a:t>
            </a:r>
            <a:endParaRPr lang="en-US" sz="5000" b="1" dirty="0">
              <a:solidFill>
                <a:srgbClr val="996633"/>
              </a:solidFill>
              <a:latin typeface="+mj-lt"/>
            </a:endParaRPr>
          </a:p>
        </p:txBody>
      </p:sp>
      <p:sp>
        <p:nvSpPr>
          <p:cNvPr id="5" name="Hộp Văn bản 4">
            <a:extLst>
              <a:ext uri="{FF2B5EF4-FFF2-40B4-BE49-F238E27FC236}">
                <a16:creationId xmlns:a16="http://schemas.microsoft.com/office/drawing/2014/main" xmlns="" id="{F161F95F-75A6-C0C7-5FE3-CC14E8A2CB92}"/>
              </a:ext>
            </a:extLst>
          </p:cNvPr>
          <p:cNvSpPr txBox="1"/>
          <p:nvPr/>
        </p:nvSpPr>
        <p:spPr>
          <a:xfrm>
            <a:off x="4673940" y="3136612"/>
            <a:ext cx="4798423" cy="584775"/>
          </a:xfrm>
          <a:prstGeom prst="rect">
            <a:avLst/>
          </a:prstGeom>
          <a:noFill/>
        </p:spPr>
        <p:txBody>
          <a:bodyPr wrap="square" rtlCol="0">
            <a:spAutoFit/>
          </a:bodyPr>
          <a:lstStyle/>
          <a:p>
            <a:r>
              <a:rPr lang="vi-VN" sz="3200" b="1" err="1">
                <a:latin typeface="+mj-lt"/>
              </a:rPr>
              <a:t>ThS</a:t>
            </a:r>
            <a:r>
              <a:rPr lang="vi-VN" sz="3200" b="1" smtClean="0">
                <a:latin typeface="+mj-lt"/>
              </a:rPr>
              <a:t>. Họ và Tên</a:t>
            </a:r>
            <a:endParaRPr lang="en-US" sz="3200" b="1" dirty="0">
              <a:latin typeface="+mj-lt"/>
            </a:endParaRPr>
          </a:p>
        </p:txBody>
      </p:sp>
      <p:sp>
        <p:nvSpPr>
          <p:cNvPr id="6" name="Chỗ dành sẵn cho Số hiệu Bản chiếu 5">
            <a:extLst>
              <a:ext uri="{FF2B5EF4-FFF2-40B4-BE49-F238E27FC236}">
                <a16:creationId xmlns:a16="http://schemas.microsoft.com/office/drawing/2014/main" xmlns="" id="{4BE18140-883A-6B58-BB3F-303263A36DDE}"/>
              </a:ext>
            </a:extLst>
          </p:cNvPr>
          <p:cNvSpPr>
            <a:spLocks noGrp="1"/>
          </p:cNvSpPr>
          <p:nvPr>
            <p:ph type="sldNum" sz="quarter" idx="12"/>
          </p:nvPr>
        </p:nvSpPr>
        <p:spPr/>
        <p:txBody>
          <a:bodyPr/>
          <a:lstStyle/>
          <a:p>
            <a:fld id="{839FA115-7DBD-4F27-87D9-AD829DFA680D}" type="slidenum">
              <a:rPr lang="en-US" smtClean="0"/>
              <a:t>1</a:t>
            </a:fld>
            <a:endParaRPr lang="en-US"/>
          </a:p>
        </p:txBody>
      </p:sp>
      <p:sp>
        <p:nvSpPr>
          <p:cNvPr id="8" name="Hộp Văn bản 7">
            <a:extLst>
              <a:ext uri="{FF2B5EF4-FFF2-40B4-BE49-F238E27FC236}">
                <a16:creationId xmlns:a16="http://schemas.microsoft.com/office/drawing/2014/main" xmlns="" id="{A6F65DF3-2589-5519-8C5A-28E6AF7EE2DB}"/>
              </a:ext>
            </a:extLst>
          </p:cNvPr>
          <p:cNvSpPr txBox="1"/>
          <p:nvPr/>
        </p:nvSpPr>
        <p:spPr>
          <a:xfrm>
            <a:off x="6095998" y="5933142"/>
            <a:ext cx="6157323" cy="523220"/>
          </a:xfrm>
          <a:prstGeom prst="rect">
            <a:avLst/>
          </a:prstGeom>
          <a:noFill/>
        </p:spPr>
        <p:txBody>
          <a:bodyPr wrap="square" rtlCol="0">
            <a:spAutoFit/>
          </a:bodyPr>
          <a:lstStyle/>
          <a:p>
            <a:r>
              <a:rPr lang="vi-VN" sz="2800" b="1" dirty="0">
                <a:latin typeface="+mj-lt"/>
              </a:rPr>
              <a:t>Tích từ Tủ sách Khoa học VLOS</a:t>
            </a:r>
            <a:endParaRPr lang="en-US" sz="2800" b="1" dirty="0">
              <a:latin typeface="+mj-lt"/>
            </a:endParaRPr>
          </a:p>
        </p:txBody>
      </p:sp>
    </p:spTree>
    <p:extLst>
      <p:ext uri="{BB962C8B-B14F-4D97-AF65-F5344CB8AC3E}">
        <p14:creationId xmlns:p14="http://schemas.microsoft.com/office/powerpoint/2010/main" val="145541126"/>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ộp Văn bản 3">
            <a:extLst>
              <a:ext uri="{FF2B5EF4-FFF2-40B4-BE49-F238E27FC236}">
                <a16:creationId xmlns:a16="http://schemas.microsoft.com/office/drawing/2014/main" xmlns="" id="{1809A68E-731F-80D7-EE3C-C50221F8685F}"/>
              </a:ext>
            </a:extLst>
          </p:cNvPr>
          <p:cNvSpPr txBox="1"/>
          <p:nvPr/>
        </p:nvSpPr>
        <p:spPr>
          <a:xfrm>
            <a:off x="508000" y="1066800"/>
            <a:ext cx="3403600" cy="707886"/>
          </a:xfrm>
          <a:prstGeom prst="rect">
            <a:avLst/>
          </a:prstGeom>
          <a:noFill/>
        </p:spPr>
        <p:txBody>
          <a:bodyPr wrap="square" rtlCol="0">
            <a:spAutoFit/>
          </a:bodyPr>
          <a:lstStyle/>
          <a:p>
            <a:r>
              <a:rPr lang="vi-VN" sz="4000" b="1" dirty="0">
                <a:solidFill>
                  <a:srgbClr val="996633"/>
                </a:solidFill>
                <a:latin typeface="+mj-lt"/>
              </a:rPr>
              <a:t>Giới thiệu</a:t>
            </a:r>
            <a:endParaRPr lang="en-US" sz="4000" b="1" dirty="0">
              <a:solidFill>
                <a:srgbClr val="996633"/>
              </a:solidFill>
              <a:latin typeface="+mj-lt"/>
            </a:endParaRPr>
          </a:p>
        </p:txBody>
      </p:sp>
      <p:sp>
        <p:nvSpPr>
          <p:cNvPr id="6" name="Hộp Văn bản 5">
            <a:extLst>
              <a:ext uri="{FF2B5EF4-FFF2-40B4-BE49-F238E27FC236}">
                <a16:creationId xmlns:a16="http://schemas.microsoft.com/office/drawing/2014/main" xmlns="" id="{F6FFEC05-C1CB-6B9E-F897-49732B092BDB}"/>
              </a:ext>
            </a:extLst>
          </p:cNvPr>
          <p:cNvSpPr txBox="1"/>
          <p:nvPr/>
        </p:nvSpPr>
        <p:spPr>
          <a:xfrm>
            <a:off x="1250950" y="1886413"/>
            <a:ext cx="6997700" cy="2862322"/>
          </a:xfrm>
          <a:prstGeom prst="rect">
            <a:avLst/>
          </a:prstGeom>
          <a:noFill/>
        </p:spPr>
        <p:txBody>
          <a:bodyPr wrap="square" rtlCol="0">
            <a:spAutoFit/>
          </a:bodyPr>
          <a:lstStyle/>
          <a:p>
            <a:pPr marL="457200" indent="-457200">
              <a:buFont typeface="Arial" panose="020B0604020202020204" pitchFamily="34" charset="0"/>
              <a:buChar char="•"/>
            </a:pPr>
            <a:r>
              <a:rPr lang="vi-VN" sz="3200" dirty="0">
                <a:latin typeface="+mj-lt"/>
              </a:rPr>
              <a:t>Phần mở đầu</a:t>
            </a:r>
          </a:p>
          <a:p>
            <a:pPr marL="914400" lvl="1" indent="-457200">
              <a:buFont typeface="Times New Roman" panose="02020603050405020304" pitchFamily="18" charset="0"/>
              <a:buChar char="‾"/>
            </a:pPr>
            <a:r>
              <a:rPr lang="vi-VN" sz="2800" dirty="0">
                <a:latin typeface="+mj-lt"/>
              </a:rPr>
              <a:t>Cần đạt được mục đích</a:t>
            </a:r>
          </a:p>
          <a:p>
            <a:pPr marL="457200" indent="-457200">
              <a:buFont typeface="Arial" panose="020B0604020202020204" pitchFamily="34" charset="0"/>
              <a:buChar char="•"/>
            </a:pPr>
            <a:r>
              <a:rPr lang="vi-VN" sz="3200" dirty="0">
                <a:latin typeface="+mj-lt"/>
              </a:rPr>
              <a:t>Phần chính</a:t>
            </a:r>
          </a:p>
          <a:p>
            <a:pPr marL="914400" lvl="1" indent="-457200">
              <a:buFont typeface="Times New Roman" panose="02020603050405020304" pitchFamily="18" charset="0"/>
              <a:buChar char="‾"/>
            </a:pPr>
            <a:r>
              <a:rPr lang="vi-VN" sz="2800" dirty="0">
                <a:latin typeface="+mj-lt"/>
              </a:rPr>
              <a:t>Đưa ra giải pháp</a:t>
            </a:r>
          </a:p>
          <a:p>
            <a:pPr marL="457200" indent="-457200">
              <a:buFont typeface="Arial" panose="020B0604020202020204" pitchFamily="34" charset="0"/>
              <a:buChar char="•"/>
            </a:pPr>
            <a:r>
              <a:rPr lang="vi-VN" sz="3200" dirty="0">
                <a:latin typeface="+mj-lt"/>
              </a:rPr>
              <a:t>Phần kết</a:t>
            </a:r>
          </a:p>
          <a:p>
            <a:pPr marL="457200" indent="-457200" algn="ctr">
              <a:buFont typeface="Times New Roman" panose="02020603050405020304" pitchFamily="18" charset="0"/>
              <a:buChar char="‾"/>
            </a:pPr>
            <a:r>
              <a:rPr lang="vi-VN" sz="2800" dirty="0">
                <a:latin typeface="+mj-lt"/>
              </a:rPr>
              <a:t>Tóm tắt các nội dung đã được trình bày</a:t>
            </a:r>
            <a:endParaRPr lang="en-US" sz="2800" dirty="0">
              <a:latin typeface="+mj-lt"/>
            </a:endParaRPr>
          </a:p>
        </p:txBody>
      </p:sp>
      <p:sp>
        <p:nvSpPr>
          <p:cNvPr id="11" name="Chỗ dành sẵn cho Số hiệu Bản chiếu 10">
            <a:extLst>
              <a:ext uri="{FF2B5EF4-FFF2-40B4-BE49-F238E27FC236}">
                <a16:creationId xmlns:a16="http://schemas.microsoft.com/office/drawing/2014/main" xmlns="" id="{B65DAFC3-83C2-5260-2C02-CFD425B5423E}"/>
              </a:ext>
            </a:extLst>
          </p:cNvPr>
          <p:cNvSpPr>
            <a:spLocks noGrp="1"/>
          </p:cNvSpPr>
          <p:nvPr>
            <p:ph type="sldNum" sz="quarter" idx="12"/>
          </p:nvPr>
        </p:nvSpPr>
        <p:spPr/>
        <p:txBody>
          <a:bodyPr/>
          <a:lstStyle/>
          <a:p>
            <a:fld id="{839FA115-7DBD-4F27-87D9-AD829DFA680D}" type="slidenum">
              <a:rPr lang="en-US" smtClean="0"/>
              <a:t>2</a:t>
            </a:fld>
            <a:endParaRPr lang="en-US"/>
          </a:p>
        </p:txBody>
      </p:sp>
    </p:spTree>
    <p:extLst>
      <p:ext uri="{BB962C8B-B14F-4D97-AF65-F5344CB8AC3E}">
        <p14:creationId xmlns:p14="http://schemas.microsoft.com/office/powerpoint/2010/main" val="440632366"/>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1000"/>
                                        <p:tgtEl>
                                          <p:spTgt spid="6">
                                            <p:txEl>
                                              <p:pRg st="1" end="1"/>
                                            </p:txEl>
                                          </p:spTgt>
                                        </p:tgtEl>
                                      </p:cBhvr>
                                    </p:animEffect>
                                    <p:anim calcmode="lin" valueType="num">
                                      <p:cBhvr>
                                        <p:cTn id="20"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1000"/>
                                        <p:tgtEl>
                                          <p:spTgt spid="6">
                                            <p:txEl>
                                              <p:pRg st="2" end="2"/>
                                            </p:txEl>
                                          </p:spTgt>
                                        </p:tgtEl>
                                      </p:cBhvr>
                                    </p:animEffect>
                                    <p:anim calcmode="lin" valueType="num">
                                      <p:cBhvr>
                                        <p:cTn id="27"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2" end="2"/>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animEffect transition="in" filter="fade">
                                      <p:cBhvr>
                                        <p:cTn id="31" dur="1000"/>
                                        <p:tgtEl>
                                          <p:spTgt spid="6">
                                            <p:txEl>
                                              <p:pRg st="3" end="3"/>
                                            </p:txEl>
                                          </p:spTgt>
                                        </p:tgtEl>
                                      </p:cBhvr>
                                    </p:animEffect>
                                    <p:anim calcmode="lin" valueType="num">
                                      <p:cBhvr>
                                        <p:cTn id="32"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6">
                                            <p:txEl>
                                              <p:pRg st="4" end="4"/>
                                            </p:txEl>
                                          </p:spTgt>
                                        </p:tgtEl>
                                        <p:attrNameLst>
                                          <p:attrName>style.visibility</p:attrName>
                                        </p:attrNameLst>
                                      </p:cBhvr>
                                      <p:to>
                                        <p:strVal val="visible"/>
                                      </p:to>
                                    </p:set>
                                    <p:animEffect transition="in" filter="fade">
                                      <p:cBhvr>
                                        <p:cTn id="38" dur="1000"/>
                                        <p:tgtEl>
                                          <p:spTgt spid="6">
                                            <p:txEl>
                                              <p:pRg st="4" end="4"/>
                                            </p:txEl>
                                          </p:spTgt>
                                        </p:tgtEl>
                                      </p:cBhvr>
                                    </p:animEffect>
                                    <p:anim calcmode="lin" valueType="num">
                                      <p:cBhvr>
                                        <p:cTn id="39"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6">
                                            <p:txEl>
                                              <p:pRg st="4" end="4"/>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6">
                                            <p:txEl>
                                              <p:pRg st="5" end="5"/>
                                            </p:txEl>
                                          </p:spTgt>
                                        </p:tgtEl>
                                        <p:attrNameLst>
                                          <p:attrName>style.visibility</p:attrName>
                                        </p:attrNameLst>
                                      </p:cBhvr>
                                      <p:to>
                                        <p:strVal val="visible"/>
                                      </p:to>
                                    </p:set>
                                    <p:animEffect transition="in" filter="fade">
                                      <p:cBhvr>
                                        <p:cTn id="43" dur="1000"/>
                                        <p:tgtEl>
                                          <p:spTgt spid="6">
                                            <p:txEl>
                                              <p:pRg st="5" end="5"/>
                                            </p:txEl>
                                          </p:spTgt>
                                        </p:tgtEl>
                                      </p:cBhvr>
                                    </p:animEffect>
                                    <p:anim calcmode="lin" valueType="num">
                                      <p:cBhvr>
                                        <p:cTn id="44"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5"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65F425F-39A5-3680-AD30-5436EE838081}"/>
            </a:ext>
          </a:extLst>
        </p:cNvPr>
        <p:cNvGrpSpPr/>
        <p:nvPr/>
      </p:nvGrpSpPr>
      <p:grpSpPr>
        <a:xfrm>
          <a:off x="0" y="0"/>
          <a:ext cx="0" cy="0"/>
          <a:chOff x="0" y="0"/>
          <a:chExt cx="0" cy="0"/>
        </a:xfrm>
      </p:grpSpPr>
      <p:sp>
        <p:nvSpPr>
          <p:cNvPr id="4" name="Hộp Văn bản 3">
            <a:extLst>
              <a:ext uri="{FF2B5EF4-FFF2-40B4-BE49-F238E27FC236}">
                <a16:creationId xmlns:a16="http://schemas.microsoft.com/office/drawing/2014/main" xmlns="" id="{F8004D0E-B9D1-9E20-8A9C-39535FE9B98A}"/>
              </a:ext>
            </a:extLst>
          </p:cNvPr>
          <p:cNvSpPr txBox="1"/>
          <p:nvPr/>
        </p:nvSpPr>
        <p:spPr>
          <a:xfrm>
            <a:off x="508000" y="1066800"/>
            <a:ext cx="3403600" cy="707886"/>
          </a:xfrm>
          <a:prstGeom prst="rect">
            <a:avLst/>
          </a:prstGeom>
          <a:noFill/>
        </p:spPr>
        <p:txBody>
          <a:bodyPr wrap="square" rtlCol="0">
            <a:spAutoFit/>
          </a:bodyPr>
          <a:lstStyle/>
          <a:p>
            <a:r>
              <a:rPr lang="vi-VN" sz="4000" b="1" dirty="0">
                <a:solidFill>
                  <a:srgbClr val="996633"/>
                </a:solidFill>
                <a:latin typeface="+mj-lt"/>
              </a:rPr>
              <a:t>Phần mở đầu</a:t>
            </a:r>
            <a:endParaRPr lang="en-US" sz="4000" b="1" dirty="0">
              <a:solidFill>
                <a:srgbClr val="996633"/>
              </a:solidFill>
              <a:latin typeface="+mj-lt"/>
            </a:endParaRPr>
          </a:p>
        </p:txBody>
      </p:sp>
      <p:sp>
        <p:nvSpPr>
          <p:cNvPr id="6" name="Hộp Văn bản 5">
            <a:extLst>
              <a:ext uri="{FF2B5EF4-FFF2-40B4-BE49-F238E27FC236}">
                <a16:creationId xmlns:a16="http://schemas.microsoft.com/office/drawing/2014/main" xmlns="" id="{56BB0F56-B8F4-DA4C-7EFD-F58EBD8DFAD0}"/>
              </a:ext>
            </a:extLst>
          </p:cNvPr>
          <p:cNvSpPr txBox="1"/>
          <p:nvPr/>
        </p:nvSpPr>
        <p:spPr>
          <a:xfrm>
            <a:off x="1104900" y="2128659"/>
            <a:ext cx="7404100" cy="3662541"/>
          </a:xfrm>
          <a:prstGeom prst="rect">
            <a:avLst/>
          </a:prstGeom>
          <a:noFill/>
        </p:spPr>
        <p:txBody>
          <a:bodyPr wrap="square" rtlCol="0">
            <a:spAutoFit/>
          </a:bodyPr>
          <a:lstStyle/>
          <a:p>
            <a:pPr marL="457200" indent="-457200">
              <a:buFont typeface="Arial" panose="020B0604020202020204" pitchFamily="34" charset="0"/>
              <a:buChar char="•"/>
            </a:pPr>
            <a:r>
              <a:rPr lang="vi-VN" sz="3200" dirty="0">
                <a:latin typeface="+mj-lt"/>
              </a:rPr>
              <a:t>Thu hút sự chú ý của người nghe</a:t>
            </a:r>
          </a:p>
          <a:p>
            <a:pPr marL="914400" lvl="1" indent="-457200">
              <a:buFont typeface="Times New Roman" panose="02020603050405020304" pitchFamily="18" charset="0"/>
              <a:buChar char="‾"/>
            </a:pPr>
            <a:r>
              <a:rPr lang="vi-VN" sz="2800" dirty="0">
                <a:latin typeface="+mj-lt"/>
                <a:hlinkClick r:id="rId2" action="ppaction://hlinksldjump"/>
              </a:rPr>
              <a:t>Sử dụng một đoạn trích dẫn</a:t>
            </a:r>
            <a:endParaRPr lang="vi-VN" sz="2800" dirty="0">
              <a:latin typeface="+mj-lt"/>
            </a:endParaRPr>
          </a:p>
          <a:p>
            <a:pPr marL="914400" lvl="1" indent="-457200">
              <a:buFont typeface="Times New Roman" panose="02020603050405020304" pitchFamily="18" charset="0"/>
              <a:buChar char="‾"/>
            </a:pPr>
            <a:r>
              <a:rPr lang="vi-VN" sz="2800" dirty="0">
                <a:latin typeface="+mj-lt"/>
              </a:rPr>
              <a:t>Một câu hỏi</a:t>
            </a:r>
          </a:p>
          <a:p>
            <a:pPr marL="914400" lvl="1" indent="-457200">
              <a:buFont typeface="Times New Roman" panose="02020603050405020304" pitchFamily="18" charset="0"/>
              <a:buChar char="‾"/>
            </a:pPr>
            <a:r>
              <a:rPr lang="vi-VN" sz="2800" dirty="0">
                <a:latin typeface="+mj-lt"/>
              </a:rPr>
              <a:t>Một lời hứa</a:t>
            </a:r>
          </a:p>
          <a:p>
            <a:pPr marL="914400" lvl="1" indent="-457200">
              <a:buFont typeface="Times New Roman" panose="02020603050405020304" pitchFamily="18" charset="0"/>
              <a:buChar char="‾"/>
            </a:pPr>
            <a:r>
              <a:rPr lang="vi-VN" sz="2800" dirty="0">
                <a:latin typeface="+mj-lt"/>
              </a:rPr>
              <a:t>Thậm chí làm mọi người phải hoạt động</a:t>
            </a:r>
          </a:p>
          <a:p>
            <a:pPr marL="457200" indent="-457200">
              <a:buFont typeface="Arial" panose="020B0604020202020204" pitchFamily="34" charset="0"/>
              <a:buChar char="•"/>
            </a:pPr>
            <a:r>
              <a:rPr lang="vi-VN" sz="3200" dirty="0">
                <a:latin typeface="+mj-lt"/>
              </a:rPr>
              <a:t>Tóm lược các nội dung liên quan</a:t>
            </a:r>
          </a:p>
          <a:p>
            <a:pPr marL="914400" lvl="1" indent="-457200">
              <a:buFont typeface="Times New Roman" panose="02020603050405020304" pitchFamily="18" charset="0"/>
              <a:buChar char="‾"/>
            </a:pPr>
            <a:r>
              <a:rPr lang="vi-VN" sz="2800" dirty="0">
                <a:latin typeface="+mj-lt"/>
              </a:rPr>
              <a:t>Đã được trình bày</a:t>
            </a:r>
          </a:p>
          <a:p>
            <a:pPr marL="914400" lvl="1" indent="-457200">
              <a:buFont typeface="Times New Roman" panose="02020603050405020304" pitchFamily="18" charset="0"/>
              <a:buChar char="‾"/>
            </a:pPr>
            <a:r>
              <a:rPr lang="vi-VN" sz="2800" dirty="0">
                <a:latin typeface="+mj-lt"/>
              </a:rPr>
              <a:t>Được đa số người nghe biết rõ</a:t>
            </a:r>
          </a:p>
        </p:txBody>
      </p:sp>
      <p:sp>
        <p:nvSpPr>
          <p:cNvPr id="2" name="Chỗ dành sẵn cho Số hiệu Bản chiếu 1">
            <a:extLst>
              <a:ext uri="{FF2B5EF4-FFF2-40B4-BE49-F238E27FC236}">
                <a16:creationId xmlns:a16="http://schemas.microsoft.com/office/drawing/2014/main" xmlns="" id="{4E3677C0-93D0-ADA6-41FE-4A4F814FF6DB}"/>
              </a:ext>
            </a:extLst>
          </p:cNvPr>
          <p:cNvSpPr>
            <a:spLocks noGrp="1"/>
          </p:cNvSpPr>
          <p:nvPr>
            <p:ph type="sldNum" sz="quarter" idx="12"/>
          </p:nvPr>
        </p:nvSpPr>
        <p:spPr/>
        <p:txBody>
          <a:bodyPr/>
          <a:lstStyle/>
          <a:p>
            <a:fld id="{839FA115-7DBD-4F27-87D9-AD829DFA680D}" type="slidenum">
              <a:rPr lang="en-US" smtClean="0"/>
              <a:t>3</a:t>
            </a:fld>
            <a:endParaRPr lang="en-US"/>
          </a:p>
        </p:txBody>
      </p:sp>
    </p:spTree>
    <p:extLst>
      <p:ext uri="{BB962C8B-B14F-4D97-AF65-F5344CB8AC3E}">
        <p14:creationId xmlns:p14="http://schemas.microsoft.com/office/powerpoint/2010/main" val="431274062"/>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fade">
                                      <p:cBhvr>
                                        <p:cTn id="19" dur="1000"/>
                                        <p:tgtEl>
                                          <p:spTgt spid="6">
                                            <p:txEl>
                                              <p:pRg st="0" end="0"/>
                                            </p:txEl>
                                          </p:spTgt>
                                        </p:tgtEl>
                                      </p:cBhvr>
                                    </p:animEffect>
                                    <p:anim calcmode="lin" valueType="num">
                                      <p:cBhvr>
                                        <p:cTn id="20"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xEl>
                                              <p:pRg st="1" end="1"/>
                                            </p:txEl>
                                          </p:spTgt>
                                        </p:tgtEl>
                                        <p:attrNameLst>
                                          <p:attrName>style.visibility</p:attrName>
                                        </p:attrNameLst>
                                      </p:cBhvr>
                                      <p:to>
                                        <p:strVal val="visible"/>
                                      </p:to>
                                    </p:set>
                                    <p:animEffect transition="in" filter="fade">
                                      <p:cBhvr>
                                        <p:cTn id="24" dur="1000"/>
                                        <p:tgtEl>
                                          <p:spTgt spid="6">
                                            <p:txEl>
                                              <p:pRg st="1" end="1"/>
                                            </p:txEl>
                                          </p:spTgt>
                                        </p:tgtEl>
                                      </p:cBhvr>
                                    </p:animEffect>
                                    <p:anim calcmode="lin" valueType="num">
                                      <p:cBhvr>
                                        <p:cTn id="2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6">
                                            <p:txEl>
                                              <p:pRg st="1" end="1"/>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animEffect transition="in" filter="fade">
                                      <p:cBhvr>
                                        <p:cTn id="29" dur="1000"/>
                                        <p:tgtEl>
                                          <p:spTgt spid="6">
                                            <p:txEl>
                                              <p:pRg st="2" end="2"/>
                                            </p:txEl>
                                          </p:spTgt>
                                        </p:tgtEl>
                                      </p:cBhvr>
                                    </p:animEffect>
                                    <p:anim calcmode="lin" valueType="num">
                                      <p:cBhvr>
                                        <p:cTn id="30"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6">
                                            <p:txEl>
                                              <p:pRg st="2" end="2"/>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6">
                                            <p:txEl>
                                              <p:pRg st="3" end="3"/>
                                            </p:txEl>
                                          </p:spTgt>
                                        </p:tgtEl>
                                        <p:attrNameLst>
                                          <p:attrName>style.visibility</p:attrName>
                                        </p:attrNameLst>
                                      </p:cBhvr>
                                      <p:to>
                                        <p:strVal val="visible"/>
                                      </p:to>
                                    </p:set>
                                    <p:animEffect transition="in" filter="fade">
                                      <p:cBhvr>
                                        <p:cTn id="34" dur="1000"/>
                                        <p:tgtEl>
                                          <p:spTgt spid="6">
                                            <p:txEl>
                                              <p:pRg st="3" end="3"/>
                                            </p:txEl>
                                          </p:spTgt>
                                        </p:tgtEl>
                                      </p:cBhvr>
                                    </p:animEffect>
                                    <p:anim calcmode="lin" valueType="num">
                                      <p:cBhvr>
                                        <p:cTn id="35"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6">
                                            <p:txEl>
                                              <p:pRg st="3" end="3"/>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6">
                                            <p:txEl>
                                              <p:pRg st="4" end="4"/>
                                            </p:txEl>
                                          </p:spTgt>
                                        </p:tgtEl>
                                        <p:attrNameLst>
                                          <p:attrName>style.visibility</p:attrName>
                                        </p:attrNameLst>
                                      </p:cBhvr>
                                      <p:to>
                                        <p:strVal val="visible"/>
                                      </p:to>
                                    </p:set>
                                    <p:animEffect transition="in" filter="fade">
                                      <p:cBhvr>
                                        <p:cTn id="39" dur="1000"/>
                                        <p:tgtEl>
                                          <p:spTgt spid="6">
                                            <p:txEl>
                                              <p:pRg st="4" end="4"/>
                                            </p:txEl>
                                          </p:spTgt>
                                        </p:tgtEl>
                                      </p:cBhvr>
                                    </p:animEffect>
                                    <p:anim calcmode="lin" valueType="num">
                                      <p:cBhvr>
                                        <p:cTn id="40"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41" dur="1000" fill="hold"/>
                                        <p:tgtEl>
                                          <p:spTgt spid="6">
                                            <p:txEl>
                                              <p:pRg st="4" end="4"/>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6">
                                            <p:txEl>
                                              <p:pRg st="5" end="5"/>
                                            </p:txEl>
                                          </p:spTgt>
                                        </p:tgtEl>
                                        <p:attrNameLst>
                                          <p:attrName>style.visibility</p:attrName>
                                        </p:attrNameLst>
                                      </p:cBhvr>
                                      <p:to>
                                        <p:strVal val="visible"/>
                                      </p:to>
                                    </p:set>
                                    <p:animEffect transition="in" filter="fade">
                                      <p:cBhvr>
                                        <p:cTn id="44" dur="1000"/>
                                        <p:tgtEl>
                                          <p:spTgt spid="6">
                                            <p:txEl>
                                              <p:pRg st="5" end="5"/>
                                            </p:txEl>
                                          </p:spTgt>
                                        </p:tgtEl>
                                      </p:cBhvr>
                                    </p:animEffect>
                                    <p:anim calcmode="lin" valueType="num">
                                      <p:cBhvr>
                                        <p:cTn id="45"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6" dur="1000" fill="hold"/>
                                        <p:tgtEl>
                                          <p:spTgt spid="6">
                                            <p:txEl>
                                              <p:pRg st="5" end="5"/>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6">
                                            <p:txEl>
                                              <p:pRg st="6" end="6"/>
                                            </p:txEl>
                                          </p:spTgt>
                                        </p:tgtEl>
                                        <p:attrNameLst>
                                          <p:attrName>style.visibility</p:attrName>
                                        </p:attrNameLst>
                                      </p:cBhvr>
                                      <p:to>
                                        <p:strVal val="visible"/>
                                      </p:to>
                                    </p:set>
                                    <p:animEffect transition="in" filter="fade">
                                      <p:cBhvr>
                                        <p:cTn id="49" dur="1000"/>
                                        <p:tgtEl>
                                          <p:spTgt spid="6">
                                            <p:txEl>
                                              <p:pRg st="6" end="6"/>
                                            </p:txEl>
                                          </p:spTgt>
                                        </p:tgtEl>
                                      </p:cBhvr>
                                    </p:animEffect>
                                    <p:anim calcmode="lin" valueType="num">
                                      <p:cBhvr>
                                        <p:cTn id="50"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6" end="6"/>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6">
                                            <p:txEl>
                                              <p:pRg st="7" end="7"/>
                                            </p:txEl>
                                          </p:spTgt>
                                        </p:tgtEl>
                                        <p:attrNameLst>
                                          <p:attrName>style.visibility</p:attrName>
                                        </p:attrNameLst>
                                      </p:cBhvr>
                                      <p:to>
                                        <p:strVal val="visible"/>
                                      </p:to>
                                    </p:set>
                                    <p:animEffect transition="in" filter="fade">
                                      <p:cBhvr>
                                        <p:cTn id="54" dur="1000"/>
                                        <p:tgtEl>
                                          <p:spTgt spid="6">
                                            <p:txEl>
                                              <p:pRg st="7" end="7"/>
                                            </p:txEl>
                                          </p:spTgt>
                                        </p:tgtEl>
                                      </p:cBhvr>
                                    </p:animEffect>
                                    <p:anim calcmode="lin" valueType="num">
                                      <p:cBhvr>
                                        <p:cTn id="55"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56"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75E2C24-5C02-501A-6F0A-798008C3908D}"/>
            </a:ext>
          </a:extLst>
        </p:cNvPr>
        <p:cNvGrpSpPr/>
        <p:nvPr/>
      </p:nvGrpSpPr>
      <p:grpSpPr>
        <a:xfrm>
          <a:off x="0" y="0"/>
          <a:ext cx="0" cy="0"/>
          <a:chOff x="0" y="0"/>
          <a:chExt cx="0" cy="0"/>
        </a:xfrm>
      </p:grpSpPr>
      <p:sp>
        <p:nvSpPr>
          <p:cNvPr id="4" name="Hộp Văn bản 3">
            <a:extLst>
              <a:ext uri="{FF2B5EF4-FFF2-40B4-BE49-F238E27FC236}">
                <a16:creationId xmlns:a16="http://schemas.microsoft.com/office/drawing/2014/main" xmlns="" id="{18D3C78E-78B8-A962-E85E-0815413085F6}"/>
              </a:ext>
            </a:extLst>
          </p:cNvPr>
          <p:cNvSpPr txBox="1"/>
          <p:nvPr/>
        </p:nvSpPr>
        <p:spPr>
          <a:xfrm>
            <a:off x="508000" y="1066800"/>
            <a:ext cx="3403600" cy="707886"/>
          </a:xfrm>
          <a:prstGeom prst="rect">
            <a:avLst/>
          </a:prstGeom>
          <a:noFill/>
        </p:spPr>
        <p:txBody>
          <a:bodyPr wrap="square" rtlCol="0">
            <a:spAutoFit/>
          </a:bodyPr>
          <a:lstStyle/>
          <a:p>
            <a:r>
              <a:rPr lang="vi-VN" sz="4000" b="1" dirty="0">
                <a:solidFill>
                  <a:srgbClr val="996633"/>
                </a:solidFill>
                <a:latin typeface="+mj-lt"/>
              </a:rPr>
              <a:t>Phần chính</a:t>
            </a:r>
            <a:endParaRPr lang="en-US" sz="4000" b="1" dirty="0">
              <a:solidFill>
                <a:srgbClr val="996633"/>
              </a:solidFill>
              <a:latin typeface="+mj-lt"/>
            </a:endParaRPr>
          </a:p>
        </p:txBody>
      </p:sp>
      <p:sp>
        <p:nvSpPr>
          <p:cNvPr id="2" name="Hộp Văn bản 1">
            <a:extLst>
              <a:ext uri="{FF2B5EF4-FFF2-40B4-BE49-F238E27FC236}">
                <a16:creationId xmlns:a16="http://schemas.microsoft.com/office/drawing/2014/main" xmlns="" id="{F8BA5DA8-4327-2A8F-5E93-A7390D02337D}"/>
              </a:ext>
            </a:extLst>
          </p:cNvPr>
          <p:cNvSpPr txBox="1"/>
          <p:nvPr/>
        </p:nvSpPr>
        <p:spPr>
          <a:xfrm>
            <a:off x="939800" y="2279983"/>
            <a:ext cx="7315200" cy="2803332"/>
          </a:xfrm>
          <a:prstGeom prst="rect">
            <a:avLst/>
          </a:prstGeom>
          <a:noFill/>
        </p:spPr>
        <p:txBody>
          <a:bodyPr wrap="square" rtlCol="0">
            <a:spAutoFit/>
          </a:bodyPr>
          <a:lstStyle/>
          <a:p>
            <a:pPr marL="457200" indent="-457200" algn="just">
              <a:spcBef>
                <a:spcPts val="100"/>
              </a:spcBef>
              <a:buFont typeface="Arial" panose="020B0604020202020204" pitchFamily="34" charset="0"/>
              <a:buChar char="•"/>
            </a:pPr>
            <a:r>
              <a:rPr lang="vi-VN" sz="3200" dirty="0">
                <a:latin typeface="+mj-lt"/>
              </a:rPr>
              <a:t>Phần chính với các nội dung</a:t>
            </a:r>
          </a:p>
          <a:p>
            <a:pPr marL="742950" lvl="1" indent="-285750" algn="just">
              <a:spcBef>
                <a:spcPts val="100"/>
              </a:spcBef>
              <a:buFont typeface="Arial" panose="020B0604020202020204" pitchFamily="34" charset="0"/>
              <a:buChar char="‾"/>
            </a:pPr>
            <a:r>
              <a:rPr lang="vi-VN" sz="2800" dirty="0">
                <a:latin typeface="+mj-lt"/>
              </a:rPr>
              <a:t>Vấn đề cần giải quyết, yêu cầu công việc</a:t>
            </a:r>
          </a:p>
          <a:p>
            <a:pPr marL="742950" lvl="1" indent="-285750" algn="just">
              <a:spcBef>
                <a:spcPts val="100"/>
              </a:spcBef>
              <a:buFont typeface="Arial" panose="020B0604020202020204" pitchFamily="34" charset="0"/>
              <a:buChar char="‾"/>
            </a:pPr>
            <a:r>
              <a:rPr lang="vi-VN" sz="2800" dirty="0">
                <a:latin typeface="+mj-lt"/>
              </a:rPr>
              <a:t>Ý tưởng và giải pháp</a:t>
            </a:r>
          </a:p>
          <a:p>
            <a:pPr marL="742950" lvl="1" indent="-285750" algn="just">
              <a:spcBef>
                <a:spcPts val="100"/>
              </a:spcBef>
              <a:buFont typeface="Arial" panose="020B0604020202020204" pitchFamily="34" charset="0"/>
              <a:buChar char="‾"/>
            </a:pPr>
            <a:r>
              <a:rPr lang="vi-VN" sz="2800" dirty="0">
                <a:latin typeface="+mj-lt"/>
                <a:hlinkClick r:id="rId2" action="ppaction://hlinksldjump"/>
              </a:rPr>
              <a:t>Cung cấp ví dụ để minh chứng</a:t>
            </a:r>
            <a:endParaRPr lang="vi-VN" sz="2800" dirty="0">
              <a:latin typeface="+mj-lt"/>
            </a:endParaRPr>
          </a:p>
          <a:p>
            <a:pPr marL="742950" lvl="1" indent="-285750" algn="just">
              <a:spcBef>
                <a:spcPts val="100"/>
              </a:spcBef>
              <a:buFont typeface="Arial" panose="020B0604020202020204" pitchFamily="34" charset="0"/>
              <a:buChar char="‾"/>
            </a:pPr>
            <a:r>
              <a:rPr lang="vi-VN" sz="2800" dirty="0">
                <a:latin typeface="+mj-lt"/>
              </a:rPr>
              <a:t>Lợi ích khi áp dụng giải pháp</a:t>
            </a:r>
          </a:p>
          <a:p>
            <a:pPr marL="742950" lvl="1" indent="-285750" algn="just">
              <a:spcBef>
                <a:spcPts val="100"/>
              </a:spcBef>
              <a:buFont typeface="Arial" panose="020B0604020202020204" pitchFamily="34" charset="0"/>
              <a:buChar char="‾"/>
            </a:pPr>
            <a:r>
              <a:rPr lang="vi-VN" sz="2800" dirty="0">
                <a:latin typeface="+mj-lt"/>
              </a:rPr>
              <a:t>Chương trình hoạt động/các việc làm cụ thể</a:t>
            </a:r>
            <a:endParaRPr lang="en-US" sz="2800" dirty="0">
              <a:latin typeface="+mj-lt"/>
            </a:endParaRPr>
          </a:p>
        </p:txBody>
      </p:sp>
      <p:sp>
        <p:nvSpPr>
          <p:cNvPr id="3" name="Chỗ dành sẵn cho Số hiệu Bản chiếu 2">
            <a:extLst>
              <a:ext uri="{FF2B5EF4-FFF2-40B4-BE49-F238E27FC236}">
                <a16:creationId xmlns:a16="http://schemas.microsoft.com/office/drawing/2014/main" xmlns="" id="{7FE999D9-6D72-3B60-A086-C3DC02739645}"/>
              </a:ext>
            </a:extLst>
          </p:cNvPr>
          <p:cNvSpPr>
            <a:spLocks noGrp="1"/>
          </p:cNvSpPr>
          <p:nvPr>
            <p:ph type="sldNum" sz="quarter" idx="12"/>
          </p:nvPr>
        </p:nvSpPr>
        <p:spPr/>
        <p:txBody>
          <a:bodyPr/>
          <a:lstStyle/>
          <a:p>
            <a:fld id="{839FA115-7DBD-4F27-87D9-AD829DFA680D}" type="slidenum">
              <a:rPr lang="en-US" smtClean="0"/>
              <a:t>4</a:t>
            </a:fld>
            <a:endParaRPr lang="en-US"/>
          </a:p>
        </p:txBody>
      </p:sp>
    </p:spTree>
    <p:extLst>
      <p:ext uri="{BB962C8B-B14F-4D97-AF65-F5344CB8AC3E}">
        <p14:creationId xmlns:p14="http://schemas.microsoft.com/office/powerpoint/2010/main" val="3725430429"/>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A8C9259-63F4-3148-3BB2-C30AA6EFB64B}"/>
            </a:ext>
          </a:extLst>
        </p:cNvPr>
        <p:cNvGrpSpPr/>
        <p:nvPr/>
      </p:nvGrpSpPr>
      <p:grpSpPr>
        <a:xfrm>
          <a:off x="0" y="0"/>
          <a:ext cx="0" cy="0"/>
          <a:chOff x="0" y="0"/>
          <a:chExt cx="0" cy="0"/>
        </a:xfrm>
      </p:grpSpPr>
      <p:sp>
        <p:nvSpPr>
          <p:cNvPr id="4" name="Hộp Văn bản 3">
            <a:extLst>
              <a:ext uri="{FF2B5EF4-FFF2-40B4-BE49-F238E27FC236}">
                <a16:creationId xmlns:a16="http://schemas.microsoft.com/office/drawing/2014/main" xmlns="" id="{0FD89221-880D-478E-68B4-3862DD6D7A9E}"/>
              </a:ext>
            </a:extLst>
          </p:cNvPr>
          <p:cNvSpPr txBox="1"/>
          <p:nvPr/>
        </p:nvSpPr>
        <p:spPr>
          <a:xfrm>
            <a:off x="508000" y="1066800"/>
            <a:ext cx="3403600" cy="707886"/>
          </a:xfrm>
          <a:prstGeom prst="rect">
            <a:avLst/>
          </a:prstGeom>
          <a:noFill/>
        </p:spPr>
        <p:txBody>
          <a:bodyPr wrap="square" rtlCol="0">
            <a:spAutoFit/>
          </a:bodyPr>
          <a:lstStyle/>
          <a:p>
            <a:r>
              <a:rPr lang="vi-VN" sz="4000" b="1" dirty="0">
                <a:solidFill>
                  <a:srgbClr val="996633"/>
                </a:solidFill>
                <a:latin typeface="+mj-lt"/>
              </a:rPr>
              <a:t>Phần kết</a:t>
            </a:r>
            <a:endParaRPr lang="en-US" sz="4000" b="1" dirty="0">
              <a:solidFill>
                <a:srgbClr val="996633"/>
              </a:solidFill>
              <a:latin typeface="+mj-lt"/>
            </a:endParaRPr>
          </a:p>
        </p:txBody>
      </p:sp>
      <p:sp>
        <p:nvSpPr>
          <p:cNvPr id="6" name="Hộp Văn bản 5">
            <a:extLst>
              <a:ext uri="{FF2B5EF4-FFF2-40B4-BE49-F238E27FC236}">
                <a16:creationId xmlns:a16="http://schemas.microsoft.com/office/drawing/2014/main" xmlns="" id="{F00CE660-9BBE-727E-249B-0018BC6DE212}"/>
              </a:ext>
            </a:extLst>
          </p:cNvPr>
          <p:cNvSpPr txBox="1"/>
          <p:nvPr/>
        </p:nvSpPr>
        <p:spPr>
          <a:xfrm>
            <a:off x="965200" y="2235200"/>
            <a:ext cx="8089900" cy="1508105"/>
          </a:xfrm>
          <a:prstGeom prst="rect">
            <a:avLst/>
          </a:prstGeom>
          <a:noFill/>
        </p:spPr>
        <p:txBody>
          <a:bodyPr wrap="square" rtlCol="0">
            <a:spAutoFit/>
          </a:bodyPr>
          <a:lstStyle/>
          <a:p>
            <a:pPr marL="457200" indent="-457200">
              <a:buFont typeface="Arial" panose="020B0604020202020204" pitchFamily="34" charset="0"/>
              <a:buChar char="•"/>
            </a:pPr>
            <a:r>
              <a:rPr lang="vi-VN" sz="3200" dirty="0">
                <a:latin typeface="+mj-lt"/>
              </a:rPr>
              <a:t>Tóm tắt</a:t>
            </a:r>
          </a:p>
          <a:p>
            <a:pPr marL="457200" indent="-457200">
              <a:buFont typeface="Arial" panose="020B0604020202020204" pitchFamily="34" charset="0"/>
              <a:buChar char="•"/>
            </a:pPr>
            <a:r>
              <a:rPr lang="vi-VN" sz="3200" dirty="0">
                <a:latin typeface="+mj-lt"/>
              </a:rPr>
              <a:t>Kết luận cuối cùng</a:t>
            </a:r>
          </a:p>
          <a:p>
            <a:pPr marL="914400" lvl="1" indent="-457200">
              <a:buFont typeface="Times New Roman" panose="02020603050405020304" pitchFamily="18" charset="0"/>
              <a:buChar char="‾"/>
            </a:pPr>
            <a:r>
              <a:rPr lang="vi-VN" sz="2800" dirty="0">
                <a:latin typeface="+mj-lt"/>
              </a:rPr>
              <a:t>Liệu còn điều gì bạn muốn người nghe ghi nhớ?</a:t>
            </a:r>
          </a:p>
        </p:txBody>
      </p:sp>
      <p:sp>
        <p:nvSpPr>
          <p:cNvPr id="2" name="Chỗ dành sẵn cho Số hiệu Bản chiếu 1">
            <a:extLst>
              <a:ext uri="{FF2B5EF4-FFF2-40B4-BE49-F238E27FC236}">
                <a16:creationId xmlns:a16="http://schemas.microsoft.com/office/drawing/2014/main" xmlns="" id="{5D999EFE-47FC-A137-FAE2-ACB9830A39AF}"/>
              </a:ext>
            </a:extLst>
          </p:cNvPr>
          <p:cNvSpPr>
            <a:spLocks noGrp="1"/>
          </p:cNvSpPr>
          <p:nvPr>
            <p:ph type="sldNum" sz="quarter" idx="12"/>
          </p:nvPr>
        </p:nvSpPr>
        <p:spPr/>
        <p:txBody>
          <a:bodyPr/>
          <a:lstStyle/>
          <a:p>
            <a:fld id="{839FA115-7DBD-4F27-87D9-AD829DFA680D}" type="slidenum">
              <a:rPr lang="en-US" smtClean="0"/>
              <a:t>5</a:t>
            </a:fld>
            <a:endParaRPr lang="en-US"/>
          </a:p>
        </p:txBody>
      </p:sp>
    </p:spTree>
    <p:extLst>
      <p:ext uri="{BB962C8B-B14F-4D97-AF65-F5344CB8AC3E}">
        <p14:creationId xmlns:p14="http://schemas.microsoft.com/office/powerpoint/2010/main" val="1759467818"/>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xmlns="" id="{B89E8421-55F9-93AB-B09E-DAF2C880978F}"/>
            </a:ext>
          </a:extLst>
        </p:cNvPr>
        <p:cNvGrpSpPr/>
        <p:nvPr/>
      </p:nvGrpSpPr>
      <p:grpSpPr>
        <a:xfrm>
          <a:off x="0" y="0"/>
          <a:ext cx="0" cy="0"/>
          <a:chOff x="0" y="0"/>
          <a:chExt cx="0" cy="0"/>
        </a:xfrm>
      </p:grpSpPr>
      <p:sp>
        <p:nvSpPr>
          <p:cNvPr id="6" name="Hộp Văn bản 5">
            <a:extLst>
              <a:ext uri="{FF2B5EF4-FFF2-40B4-BE49-F238E27FC236}">
                <a16:creationId xmlns:a16="http://schemas.microsoft.com/office/drawing/2014/main" xmlns="" id="{8245A9E1-59A9-579D-FB8B-413D26D851AB}"/>
              </a:ext>
            </a:extLst>
          </p:cNvPr>
          <p:cNvSpPr txBox="1"/>
          <p:nvPr/>
        </p:nvSpPr>
        <p:spPr>
          <a:xfrm>
            <a:off x="2184400" y="3075057"/>
            <a:ext cx="7823200" cy="707886"/>
          </a:xfrm>
          <a:prstGeom prst="rect">
            <a:avLst/>
          </a:prstGeom>
          <a:noFill/>
        </p:spPr>
        <p:txBody>
          <a:bodyPr wrap="square" rtlCol="0">
            <a:spAutoFit/>
          </a:bodyPr>
          <a:lstStyle/>
          <a:p>
            <a:r>
              <a:rPr lang="vi-VN" sz="4000" b="1" dirty="0">
                <a:latin typeface="+mj-lt"/>
              </a:rPr>
              <a:t>Cảm ơn sự chú ý của các quý vị</a:t>
            </a:r>
          </a:p>
        </p:txBody>
      </p:sp>
      <p:sp>
        <p:nvSpPr>
          <p:cNvPr id="2" name="Chỗ dành sẵn cho Số hiệu Bản chiếu 1">
            <a:extLst>
              <a:ext uri="{FF2B5EF4-FFF2-40B4-BE49-F238E27FC236}">
                <a16:creationId xmlns:a16="http://schemas.microsoft.com/office/drawing/2014/main" xmlns="" id="{D554B281-2853-7FE0-DB5E-A1373B9D014A}"/>
              </a:ext>
            </a:extLst>
          </p:cNvPr>
          <p:cNvSpPr>
            <a:spLocks noGrp="1"/>
          </p:cNvSpPr>
          <p:nvPr>
            <p:ph type="sldNum" sz="quarter" idx="12"/>
          </p:nvPr>
        </p:nvSpPr>
        <p:spPr/>
        <p:txBody>
          <a:bodyPr/>
          <a:lstStyle/>
          <a:p>
            <a:fld id="{839FA115-7DBD-4F27-87D9-AD829DFA680D}" type="slidenum">
              <a:rPr lang="en-US" smtClean="0"/>
              <a:t>6</a:t>
            </a:fld>
            <a:endParaRPr lang="en-US"/>
          </a:p>
        </p:txBody>
      </p:sp>
    </p:spTree>
    <p:extLst>
      <p:ext uri="{BB962C8B-B14F-4D97-AF65-F5344CB8AC3E}">
        <p14:creationId xmlns:p14="http://schemas.microsoft.com/office/powerpoint/2010/main" val="563125963"/>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B40BC6F-80F1-F2C1-49AB-0C859730878F}"/>
            </a:ext>
          </a:extLst>
        </p:cNvPr>
        <p:cNvGrpSpPr/>
        <p:nvPr/>
      </p:nvGrpSpPr>
      <p:grpSpPr>
        <a:xfrm>
          <a:off x="0" y="0"/>
          <a:ext cx="0" cy="0"/>
          <a:chOff x="0" y="0"/>
          <a:chExt cx="0" cy="0"/>
        </a:xfrm>
      </p:grpSpPr>
      <p:sp>
        <p:nvSpPr>
          <p:cNvPr id="4" name="Hộp Văn bản 3">
            <a:extLst>
              <a:ext uri="{FF2B5EF4-FFF2-40B4-BE49-F238E27FC236}">
                <a16:creationId xmlns:a16="http://schemas.microsoft.com/office/drawing/2014/main" xmlns="" id="{E97799C5-837E-EAC1-FD74-573B065E1946}"/>
              </a:ext>
            </a:extLst>
          </p:cNvPr>
          <p:cNvSpPr txBox="1"/>
          <p:nvPr/>
        </p:nvSpPr>
        <p:spPr>
          <a:xfrm>
            <a:off x="508000" y="1066800"/>
            <a:ext cx="11010900" cy="677108"/>
          </a:xfrm>
          <a:prstGeom prst="rect">
            <a:avLst/>
          </a:prstGeom>
          <a:noFill/>
        </p:spPr>
        <p:txBody>
          <a:bodyPr wrap="square" rtlCol="0">
            <a:spAutoFit/>
          </a:bodyPr>
          <a:lstStyle/>
          <a:p>
            <a:r>
              <a:rPr lang="vi-VN" sz="3800" b="1" dirty="0">
                <a:solidFill>
                  <a:srgbClr val="996633"/>
                </a:solidFill>
                <a:latin typeface="+mj-lt"/>
              </a:rPr>
              <a:t>Ví dụ: sử dụng một đoạn dẫn trích khi giới thiệu</a:t>
            </a:r>
            <a:endParaRPr lang="en-US" sz="3800" b="1" dirty="0">
              <a:solidFill>
                <a:srgbClr val="996633"/>
              </a:solidFill>
              <a:latin typeface="+mj-lt"/>
            </a:endParaRPr>
          </a:p>
        </p:txBody>
      </p:sp>
      <p:sp>
        <p:nvSpPr>
          <p:cNvPr id="6" name="Hộp Văn bản 5">
            <a:extLst>
              <a:ext uri="{FF2B5EF4-FFF2-40B4-BE49-F238E27FC236}">
                <a16:creationId xmlns:a16="http://schemas.microsoft.com/office/drawing/2014/main" xmlns="" id="{FE6AEDD7-CC07-7D6C-2A72-CB3FE9CA5231}"/>
              </a:ext>
            </a:extLst>
          </p:cNvPr>
          <p:cNvSpPr txBox="1"/>
          <p:nvPr/>
        </p:nvSpPr>
        <p:spPr>
          <a:xfrm>
            <a:off x="1022350" y="1743908"/>
            <a:ext cx="10147300" cy="5016758"/>
          </a:xfrm>
          <a:prstGeom prst="rect">
            <a:avLst/>
          </a:prstGeom>
          <a:noFill/>
        </p:spPr>
        <p:txBody>
          <a:bodyPr wrap="square" rtlCol="0">
            <a:spAutoFit/>
          </a:bodyPr>
          <a:lstStyle/>
          <a:p>
            <a:pPr marL="457200" indent="-457200">
              <a:buFont typeface="Arial" panose="020B0604020202020204" pitchFamily="34" charset="0"/>
              <a:buChar char="•"/>
            </a:pPr>
            <a:r>
              <a:rPr lang="vi-VN" sz="3200" dirty="0">
                <a:latin typeface="+mj-lt"/>
              </a:rPr>
              <a:t>Ví dụ: Ta có thể phát biểu trích dẫn lợi ích khi học ngành công nghệ thông tin</a:t>
            </a:r>
          </a:p>
          <a:p>
            <a:pPr algn="just"/>
            <a:r>
              <a:rPr lang="vi-VN" sz="3200" dirty="0">
                <a:latin typeface="+mj-lt"/>
              </a:rPr>
              <a:t>	“Hàng năm, công nghệ luôn được phát triển và thể hiện tầm quan trọng của nó đối với cuộc sống. Các doanh  nghiệp cùng thay đổi theo hướng cập nhật công nghệ thông tin và yêu cầu thay đổi về nhân sự giỏi công nghệ. Ngành học CNTT được coi là lĩnh vực ngày một phát triển và trở nên hữu ích cho các bạn muốn xây dựng sự nghiệp với ngành này. Vậy những lợi ích khi học ngành CNTT là gì?”</a:t>
            </a:r>
          </a:p>
          <a:p>
            <a:endParaRPr lang="vi-VN" sz="3200" dirty="0">
              <a:latin typeface="+mj-lt"/>
            </a:endParaRPr>
          </a:p>
        </p:txBody>
      </p:sp>
      <p:sp>
        <p:nvSpPr>
          <p:cNvPr id="2" name="Chỗ dành sẵn cho Số hiệu Bản chiếu 1">
            <a:extLst>
              <a:ext uri="{FF2B5EF4-FFF2-40B4-BE49-F238E27FC236}">
                <a16:creationId xmlns:a16="http://schemas.microsoft.com/office/drawing/2014/main" xmlns="" id="{FBDD6835-BFD8-F6D6-0D36-7530BE62B8C3}"/>
              </a:ext>
            </a:extLst>
          </p:cNvPr>
          <p:cNvSpPr>
            <a:spLocks noGrp="1"/>
          </p:cNvSpPr>
          <p:nvPr>
            <p:ph type="sldNum" sz="quarter" idx="12"/>
          </p:nvPr>
        </p:nvSpPr>
        <p:spPr/>
        <p:txBody>
          <a:bodyPr/>
          <a:lstStyle/>
          <a:p>
            <a:fld id="{839FA115-7DBD-4F27-87D9-AD829DFA680D}" type="slidenum">
              <a:rPr lang="en-US" smtClean="0"/>
              <a:t>7</a:t>
            </a:fld>
            <a:endParaRPr lang="en-US"/>
          </a:p>
        </p:txBody>
      </p:sp>
      <p:sp>
        <p:nvSpPr>
          <p:cNvPr id="5" name="Nút Hành động: Quay lại 4">
            <a:hlinkClick r:id="rId2" action="ppaction://hlinksldjump" highlightClick="1"/>
            <a:extLst>
              <a:ext uri="{FF2B5EF4-FFF2-40B4-BE49-F238E27FC236}">
                <a16:creationId xmlns:a16="http://schemas.microsoft.com/office/drawing/2014/main" xmlns="" id="{ADF2A8E4-3B82-DDAB-3B0F-C2077C75ED3A}"/>
              </a:ext>
            </a:extLst>
          </p:cNvPr>
          <p:cNvSpPr/>
          <p:nvPr/>
        </p:nvSpPr>
        <p:spPr>
          <a:xfrm>
            <a:off x="9842500" y="5778500"/>
            <a:ext cx="838200" cy="723900"/>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4714394"/>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ộp Văn bản 4">
            <a:extLst>
              <a:ext uri="{FF2B5EF4-FFF2-40B4-BE49-F238E27FC236}">
                <a16:creationId xmlns:a16="http://schemas.microsoft.com/office/drawing/2014/main" xmlns="" id="{5D90074B-BC7B-A094-014A-2433CD56C224}"/>
              </a:ext>
            </a:extLst>
          </p:cNvPr>
          <p:cNvSpPr txBox="1"/>
          <p:nvPr/>
        </p:nvSpPr>
        <p:spPr>
          <a:xfrm>
            <a:off x="508000" y="1066800"/>
            <a:ext cx="11010900" cy="677108"/>
          </a:xfrm>
          <a:prstGeom prst="rect">
            <a:avLst/>
          </a:prstGeom>
          <a:noFill/>
        </p:spPr>
        <p:txBody>
          <a:bodyPr wrap="square" rtlCol="0">
            <a:spAutoFit/>
          </a:bodyPr>
          <a:lstStyle/>
          <a:p>
            <a:r>
              <a:rPr lang="vi-VN" sz="3800" b="1" dirty="0">
                <a:solidFill>
                  <a:srgbClr val="996633"/>
                </a:solidFill>
                <a:latin typeface="+mj-lt"/>
              </a:rPr>
              <a:t>Ví dụ minh chứng một vấn đề</a:t>
            </a:r>
            <a:endParaRPr lang="en-US" sz="3800" b="1" dirty="0">
              <a:solidFill>
                <a:srgbClr val="996633"/>
              </a:solidFill>
              <a:latin typeface="+mj-lt"/>
            </a:endParaRPr>
          </a:p>
        </p:txBody>
      </p:sp>
      <p:sp>
        <p:nvSpPr>
          <p:cNvPr id="7" name="Hộp Văn bản 6">
            <a:extLst>
              <a:ext uri="{FF2B5EF4-FFF2-40B4-BE49-F238E27FC236}">
                <a16:creationId xmlns:a16="http://schemas.microsoft.com/office/drawing/2014/main" xmlns="" id="{ED6A6AFA-9FB6-3F80-2097-8FA01A7D7B6C}"/>
              </a:ext>
            </a:extLst>
          </p:cNvPr>
          <p:cNvSpPr txBox="1"/>
          <p:nvPr/>
        </p:nvSpPr>
        <p:spPr>
          <a:xfrm>
            <a:off x="838200" y="1892300"/>
            <a:ext cx="8089900" cy="584775"/>
          </a:xfrm>
          <a:prstGeom prst="rect">
            <a:avLst/>
          </a:prstGeom>
          <a:noFill/>
        </p:spPr>
        <p:txBody>
          <a:bodyPr wrap="square" rtlCol="0">
            <a:spAutoFit/>
          </a:bodyPr>
          <a:lstStyle/>
          <a:p>
            <a:pPr marL="457200" indent="-457200">
              <a:buFont typeface="Arial" panose="020B0604020202020204" pitchFamily="34" charset="0"/>
              <a:buChar char="•"/>
            </a:pPr>
            <a:r>
              <a:rPr lang="vi-VN" sz="3200" dirty="0">
                <a:latin typeface="+mj-lt"/>
              </a:rPr>
              <a:t>Bảng thông kê kết quả tuyển sinh 2020</a:t>
            </a:r>
          </a:p>
        </p:txBody>
      </p:sp>
      <p:graphicFrame>
        <p:nvGraphicFramePr>
          <p:cNvPr id="8" name="Bảng 7">
            <a:extLst>
              <a:ext uri="{FF2B5EF4-FFF2-40B4-BE49-F238E27FC236}">
                <a16:creationId xmlns:a16="http://schemas.microsoft.com/office/drawing/2014/main" xmlns="" id="{C7F42ACA-8430-DA74-8A33-4FBB69A44602}"/>
              </a:ext>
            </a:extLst>
          </p:cNvPr>
          <p:cNvGraphicFramePr>
            <a:graphicFrameLocks noGrp="1"/>
          </p:cNvGraphicFramePr>
          <p:nvPr>
            <p:extLst>
              <p:ext uri="{D42A27DB-BD31-4B8C-83A1-F6EECF244321}">
                <p14:modId xmlns:p14="http://schemas.microsoft.com/office/powerpoint/2010/main" val="4072803334"/>
              </p:ext>
            </p:extLst>
          </p:nvPr>
        </p:nvGraphicFramePr>
        <p:xfrm>
          <a:off x="1390650" y="2625467"/>
          <a:ext cx="8890000" cy="3850065"/>
        </p:xfrm>
        <a:graphic>
          <a:graphicData uri="http://schemas.openxmlformats.org/drawingml/2006/table">
            <a:tbl>
              <a:tblPr firstRow="1" bandRow="1">
                <a:tableStyleId>{5C22544A-7EE6-4342-B048-85BDC9FD1C3A}</a:tableStyleId>
              </a:tblPr>
              <a:tblGrid>
                <a:gridCol w="4445000">
                  <a:extLst>
                    <a:ext uri="{9D8B030D-6E8A-4147-A177-3AD203B41FA5}">
                      <a16:colId xmlns:a16="http://schemas.microsoft.com/office/drawing/2014/main" xmlns="" val="2338059407"/>
                    </a:ext>
                  </a:extLst>
                </a:gridCol>
                <a:gridCol w="4445000">
                  <a:extLst>
                    <a:ext uri="{9D8B030D-6E8A-4147-A177-3AD203B41FA5}">
                      <a16:colId xmlns:a16="http://schemas.microsoft.com/office/drawing/2014/main" xmlns="" val="3096914450"/>
                    </a:ext>
                  </a:extLst>
                </a:gridCol>
              </a:tblGrid>
              <a:tr h="380423">
                <a:tc>
                  <a:txBody>
                    <a:bodyPr/>
                    <a:lstStyle/>
                    <a:p>
                      <a:r>
                        <a:rPr lang="vi-VN" dirty="0">
                          <a:solidFill>
                            <a:schemeClr val="tx1"/>
                          </a:solidFill>
                        </a:rPr>
                        <a:t>Tên ngành/chuyên ngành</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r"/>
                      <a:r>
                        <a:rPr lang="vi-VN" dirty="0">
                          <a:solidFill>
                            <a:schemeClr val="tx1"/>
                          </a:solidFill>
                        </a:rPr>
                        <a:t>Số lượng tuyển sinh</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4025343145"/>
                  </a:ext>
                </a:extLst>
              </a:tr>
              <a:tr h="385706">
                <a:tc>
                  <a:txBody>
                    <a:bodyPr/>
                    <a:lstStyle/>
                    <a:p>
                      <a:r>
                        <a:rPr lang="vi-VN" dirty="0">
                          <a:solidFill>
                            <a:schemeClr val="tx1"/>
                          </a:solidFill>
                        </a:rPr>
                        <a:t>Công nghệ thông tin</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r"/>
                      <a:r>
                        <a:rPr lang="vi-VN" dirty="0">
                          <a:solidFill>
                            <a:schemeClr val="tx1"/>
                          </a:solidFill>
                        </a:rPr>
                        <a:t>272</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381168437"/>
                  </a:ext>
                </a:extLst>
              </a:tr>
              <a:tr h="385706">
                <a:tc>
                  <a:txBody>
                    <a:bodyPr/>
                    <a:lstStyle/>
                    <a:p>
                      <a:r>
                        <a:rPr lang="vi-VN" dirty="0">
                          <a:solidFill>
                            <a:schemeClr val="tx1"/>
                          </a:solidFill>
                        </a:rPr>
                        <a:t>Công nghệ thông tin-CLC</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r"/>
                      <a:r>
                        <a:rPr lang="vi-VN" dirty="0">
                          <a:solidFill>
                            <a:schemeClr val="tx1"/>
                          </a:solidFill>
                        </a:rPr>
                        <a:t>144</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137903334"/>
                  </a:ext>
                </a:extLst>
              </a:tr>
              <a:tr h="385706">
                <a:tc>
                  <a:txBody>
                    <a:bodyPr/>
                    <a:lstStyle/>
                    <a:p>
                      <a:r>
                        <a:rPr lang="vi-VN" dirty="0">
                          <a:solidFill>
                            <a:schemeClr val="tx1"/>
                          </a:solidFill>
                        </a:rPr>
                        <a:t>Công nghệ thông tin-HA</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r"/>
                      <a:r>
                        <a:rPr lang="vi-VN" dirty="0">
                          <a:solidFill>
                            <a:schemeClr val="tx1"/>
                          </a:solidFill>
                        </a:rPr>
                        <a:t>75</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056189732"/>
                  </a:ext>
                </a:extLst>
              </a:tr>
              <a:tr h="385706">
                <a:tc>
                  <a:txBody>
                    <a:bodyPr/>
                    <a:lstStyle/>
                    <a:p>
                      <a:r>
                        <a:rPr lang="vi-VN" dirty="0">
                          <a:solidFill>
                            <a:schemeClr val="tx1"/>
                          </a:solidFill>
                        </a:rPr>
                        <a:t>Mạng máy tính và truyền thông dữ liệu</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r"/>
                      <a:r>
                        <a:rPr lang="vi-VN" dirty="0">
                          <a:solidFill>
                            <a:schemeClr val="tx1"/>
                          </a:solidFill>
                        </a:rPr>
                        <a:t>149</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373690728"/>
                  </a:ext>
                </a:extLst>
              </a:tr>
              <a:tr h="385706">
                <a:tc>
                  <a:txBody>
                    <a:bodyPr/>
                    <a:lstStyle/>
                    <a:p>
                      <a:r>
                        <a:rPr lang="vi-VN" dirty="0">
                          <a:solidFill>
                            <a:schemeClr val="tx1"/>
                          </a:solidFill>
                        </a:rPr>
                        <a:t>Kỹ thuật phần mềm</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r"/>
                      <a:r>
                        <a:rPr lang="vi-VN" dirty="0">
                          <a:solidFill>
                            <a:schemeClr val="tx1"/>
                          </a:solidFill>
                        </a:rPr>
                        <a:t>266</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01230722"/>
                  </a:ext>
                </a:extLst>
              </a:tr>
              <a:tr h="380423">
                <a:tc>
                  <a:txBody>
                    <a:bodyPr/>
                    <a:lstStyle/>
                    <a:p>
                      <a:r>
                        <a:rPr lang="vi-VN" dirty="0">
                          <a:solidFill>
                            <a:schemeClr val="tx1"/>
                          </a:solidFill>
                        </a:rPr>
                        <a:t>Hệ thông </a:t>
                      </a:r>
                      <a:r>
                        <a:rPr lang="vi-VN" dirty="0" err="1">
                          <a:solidFill>
                            <a:schemeClr val="tx1"/>
                          </a:solidFill>
                        </a:rPr>
                        <a:t>thông</a:t>
                      </a:r>
                      <a:r>
                        <a:rPr lang="vi-VN" dirty="0">
                          <a:solidFill>
                            <a:schemeClr val="tx1"/>
                          </a:solidFill>
                        </a:rPr>
                        <a:t> tin</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r"/>
                      <a:r>
                        <a:rPr lang="vi-VN" dirty="0">
                          <a:solidFill>
                            <a:schemeClr val="tx1"/>
                          </a:solidFill>
                        </a:rPr>
                        <a:t>135</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68649407"/>
                  </a:ext>
                </a:extLst>
              </a:tr>
              <a:tr h="385706">
                <a:tc>
                  <a:txBody>
                    <a:bodyPr/>
                    <a:lstStyle/>
                    <a:p>
                      <a:r>
                        <a:rPr lang="vi-VN" dirty="0">
                          <a:solidFill>
                            <a:schemeClr val="tx1"/>
                          </a:solidFill>
                        </a:rPr>
                        <a:t>Khoa học máy tính</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r"/>
                      <a:r>
                        <a:rPr lang="vi-VN" dirty="0">
                          <a:solidFill>
                            <a:schemeClr val="tx1"/>
                          </a:solidFill>
                        </a:rPr>
                        <a:t>178</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88270913"/>
                  </a:ext>
                </a:extLst>
              </a:tr>
              <a:tr h="389277">
                <a:tc>
                  <a:txBody>
                    <a:bodyPr/>
                    <a:lstStyle/>
                    <a:p>
                      <a:r>
                        <a:rPr lang="vi-VN" dirty="0">
                          <a:solidFill>
                            <a:schemeClr val="tx1"/>
                          </a:solidFill>
                        </a:rPr>
                        <a:t>Tin học ứng dụng</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r"/>
                      <a:r>
                        <a:rPr lang="vi-VN" dirty="0">
                          <a:solidFill>
                            <a:schemeClr val="tx1"/>
                          </a:solidFill>
                        </a:rPr>
                        <a:t>32</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816923694"/>
                  </a:ext>
                </a:extLst>
              </a:tr>
              <a:tr h="385706">
                <a:tc>
                  <a:txBody>
                    <a:bodyPr/>
                    <a:lstStyle/>
                    <a:p>
                      <a:r>
                        <a:rPr lang="vi-VN" b="1" dirty="0">
                          <a:solidFill>
                            <a:schemeClr val="tx1"/>
                          </a:solidFill>
                        </a:rPr>
                        <a:t>Tổng </a:t>
                      </a:r>
                      <a:endParaRPr lang="en-US" b="1"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r"/>
                      <a:r>
                        <a:rPr lang="vi-VN" dirty="0">
                          <a:solidFill>
                            <a:schemeClr val="tx1"/>
                          </a:solidFill>
                        </a:rPr>
                        <a:t>1251</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310012521"/>
                  </a:ext>
                </a:extLst>
              </a:tr>
            </a:tbl>
          </a:graphicData>
        </a:graphic>
      </p:graphicFrame>
      <p:sp>
        <p:nvSpPr>
          <p:cNvPr id="10" name="Chỗ dành sẵn cho Số hiệu Bản chiếu 9">
            <a:extLst>
              <a:ext uri="{FF2B5EF4-FFF2-40B4-BE49-F238E27FC236}">
                <a16:creationId xmlns:a16="http://schemas.microsoft.com/office/drawing/2014/main" xmlns="" id="{6E7980D9-1A1E-B3BB-DF90-584513668076}"/>
              </a:ext>
            </a:extLst>
          </p:cNvPr>
          <p:cNvSpPr>
            <a:spLocks noGrp="1"/>
          </p:cNvSpPr>
          <p:nvPr>
            <p:ph type="sldNum" sz="quarter" idx="12"/>
          </p:nvPr>
        </p:nvSpPr>
        <p:spPr/>
        <p:txBody>
          <a:bodyPr/>
          <a:lstStyle/>
          <a:p>
            <a:fld id="{839FA115-7DBD-4F27-87D9-AD829DFA680D}" type="slidenum">
              <a:rPr lang="en-US" smtClean="0"/>
              <a:t>8</a:t>
            </a:fld>
            <a:endParaRPr lang="en-US"/>
          </a:p>
        </p:txBody>
      </p:sp>
      <p:sp>
        <p:nvSpPr>
          <p:cNvPr id="15" name="Nút Hành động: Quay lại 14">
            <a:hlinkClick r:id="rId3" action="ppaction://hlinksldjump" highlightClick="1"/>
            <a:extLst>
              <a:ext uri="{FF2B5EF4-FFF2-40B4-BE49-F238E27FC236}">
                <a16:creationId xmlns:a16="http://schemas.microsoft.com/office/drawing/2014/main" xmlns="" id="{0F0D828F-9089-24C9-F97A-107833AB23AA}"/>
              </a:ext>
            </a:extLst>
          </p:cNvPr>
          <p:cNvSpPr/>
          <p:nvPr/>
        </p:nvSpPr>
        <p:spPr>
          <a:xfrm>
            <a:off x="10858500" y="5461000"/>
            <a:ext cx="660400" cy="677108"/>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4430454"/>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275</Words>
  <Application>Microsoft Office PowerPoint</Application>
  <PresentationFormat>Widescreen</PresentationFormat>
  <Paragraphs>65</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Times New Roman</vt:lpstr>
      <vt:lpstr>Chủ đề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Nguyễn Thanh Thư</dc:creator>
  <cp:lastModifiedBy>student</cp:lastModifiedBy>
  <cp:revision>2</cp:revision>
  <dcterms:created xsi:type="dcterms:W3CDTF">2026-10-08T13:45:15Z</dcterms:created>
  <dcterms:modified xsi:type="dcterms:W3CDTF">2026-10-09T00:18:39Z</dcterms:modified>
</cp:coreProperties>
</file>